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755294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5" name="Rounded Rectangle 34"/>
          <p:cNvSpPr/>
          <p:nvPr/>
        </p:nvSpPr>
        <p:spPr>
          <a:xfrm>
            <a:off x="1828800" y="914400"/>
            <a:ext cx="7969910" cy="572414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21" name="Rounded Rectangle 20"/>
          <p:cNvSpPr/>
          <p:nvPr/>
        </p:nvSpPr>
        <p:spPr>
          <a:xfrm>
            <a:off x="2286000" y="1097280"/>
            <a:ext cx="4572000" cy="4946903"/>
          </a:xfrm>
          <a:prstGeom prst="roundRect">
            <a:avLst>
              <a:gd name="adj" fmla="val 1500"/>
            </a:avLst>
          </a:prstGeom>
          <a:noFill/>
          <a:ln w="12700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0" bIns="0" lIns="0" rIns="0"/>
          <a:lstStyle/>
          <a:p>
            <a:pPr algn="ctr">
              <a:defRPr sz="1000">
                <a:solidFill>
                  <a:srgbClr val="000000"/>
                </a:solidFill>
                <a:latin typeface="Calibri"/>
              </a:defRPr>
            </a:pPr>
            <a:r>
              <a:t>Office_Building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971800" y="4505248"/>
            <a:ext cx="2882188" cy="115214"/>
          </a:xfrm>
          <a:prstGeom prst="roundRect">
            <a:avLst>
              <a:gd name="adj" fmla="val 30045"/>
            </a:avLst>
          </a:prstGeom>
          <a:solidFill>
            <a:srgbClr val="F9F9F9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10.1.1.0/24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06547" y="2749600"/>
            <a:ext cx="1510588" cy="115214"/>
          </a:xfrm>
          <a:prstGeom prst="roundRect">
            <a:avLst>
              <a:gd name="adj" fmla="val 30045"/>
            </a:avLst>
          </a:prstGeom>
          <a:solidFill>
            <a:srgbClr val="F9F9F9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10.1.21.0/24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01491" y="2521000"/>
            <a:ext cx="4806086" cy="115214"/>
          </a:xfrm>
          <a:prstGeom prst="roundRect">
            <a:avLst>
              <a:gd name="adj" fmla="val 30045"/>
            </a:avLst>
          </a:prstGeom>
          <a:solidFill>
            <a:srgbClr val="F9F9F9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600">
                <a:solidFill>
                  <a:srgbClr val="000000"/>
                </a:solidFill>
                <a:latin typeface="Calibri"/>
              </a:defRPr>
            </a:pPr>
            <a:r>
              <a:t>10.1.20.0/24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5111496"/>
            <a:ext cx="914400" cy="658368"/>
          </a:xfrm>
          <a:prstGeom prst="roundRect">
            <a:avLst>
              <a:gd name="adj" fmla="val 10"/>
            </a:avLst>
          </a:prstGeom>
          <a:solidFill>
            <a:srgbClr val="EBF1DE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800">
                <a:solidFill>
                  <a:srgbClr val="000000"/>
                </a:solidFill>
                <a:latin typeface="Calibri"/>
              </a:defRPr>
            </a:pPr>
            <a:r>
              <a:t>AP-Stack3-01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5111496"/>
            <a:ext cx="914400" cy="658368"/>
          </a:xfrm>
          <a:prstGeom prst="roundRect">
            <a:avLst>
              <a:gd name="adj" fmla="val 10"/>
            </a:avLst>
          </a:prstGeom>
          <a:solidFill>
            <a:srgbClr val="EBF1DE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800">
                <a:solidFill>
                  <a:srgbClr val="000000"/>
                </a:solidFill>
                <a:latin typeface="Calibri"/>
              </a:defRPr>
            </a:pPr>
            <a:r>
              <a:t>AP-Stack2-01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5111496"/>
            <a:ext cx="914400" cy="658368"/>
          </a:xfrm>
          <a:prstGeom prst="roundRect">
            <a:avLst>
              <a:gd name="adj" fmla="val 10"/>
            </a:avLst>
          </a:prstGeom>
          <a:solidFill>
            <a:srgbClr val="EBF1DE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800">
                <a:solidFill>
                  <a:srgbClr val="000000"/>
                </a:solidFill>
                <a:latin typeface="Calibri"/>
              </a:defRPr>
            </a:pPr>
            <a:r>
              <a:t>AP-Stack1-01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3355848"/>
            <a:ext cx="1797710" cy="658368"/>
          </a:xfrm>
          <a:prstGeom prst="roundRect">
            <a:avLst>
              <a:gd name="adj" fmla="val 10"/>
            </a:avLst>
          </a:prstGeom>
          <a:solidFill>
            <a:srgbClr val="EBF1DE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800">
                <a:solidFill>
                  <a:srgbClr val="000000"/>
                </a:solidFill>
                <a:latin typeface="Calibri"/>
              </a:defRPr>
            </a:pPr>
            <a:r>
              <a:t>Dist-SW1-2(StackVirtual)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371600"/>
            <a:ext cx="1111910" cy="658368"/>
          </a:xfrm>
          <a:prstGeom prst="roundRect">
            <a:avLst>
              <a:gd name="adj" fmla="val 20020"/>
            </a:avLst>
          </a:prstGeom>
          <a:solidFill>
            <a:srgbClr val="DCE6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800">
                <a:solidFill>
                  <a:srgbClr val="000000"/>
                </a:solidFill>
                <a:latin typeface="Calibri"/>
              </a:defRPr>
            </a:pPr>
            <a:r>
              <a:t>Internet-Gateway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371600"/>
            <a:ext cx="914400" cy="658368"/>
          </a:xfrm>
          <a:prstGeom prst="roundRect">
            <a:avLst>
              <a:gd name="adj" fmla="val 10"/>
            </a:avLst>
          </a:prstGeom>
          <a:solidFill>
            <a:srgbClr val="EBF1DE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800">
                <a:solidFill>
                  <a:srgbClr val="000000"/>
                </a:solidFill>
                <a:latin typeface="Calibri"/>
              </a:defRPr>
            </a:pPr>
            <a:r>
              <a:t>WLC-9800L-2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0" y="1371600"/>
            <a:ext cx="914400" cy="658368"/>
          </a:xfrm>
          <a:prstGeom prst="roundRect">
            <a:avLst>
              <a:gd name="adj" fmla="val 10"/>
            </a:avLst>
          </a:prstGeom>
          <a:solidFill>
            <a:srgbClr val="EBF1DE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800">
                <a:solidFill>
                  <a:srgbClr val="000000"/>
                </a:solidFill>
                <a:latin typeface="Calibri"/>
              </a:defRPr>
            </a:pPr>
            <a:r>
              <a:t>WLC-9800L-1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/>
          <a:lstStyle/>
          <a:p>
            <a:r>
              <a:t>[L3] All Areas  &lt;Focus on Area&gt;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71800" y="1997049"/>
            <a:ext cx="208483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Vl 201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997049"/>
            <a:ext cx="208483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Vl 201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997049"/>
            <a:ext cx="138988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po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8588" y="1997049"/>
            <a:ext cx="138988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po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3981297"/>
            <a:ext cx="173736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Vl 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3322929"/>
            <a:ext cx="208483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Vl 100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66744" y="3322929"/>
            <a:ext cx="208483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Vl 200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03827" y="3322929"/>
            <a:ext cx="208483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Vl 201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71800" y="5078577"/>
            <a:ext cx="138988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5078577"/>
            <a:ext cx="138988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5078577"/>
            <a:ext cx="138988" cy="65836"/>
          </a:xfrm>
          <a:prstGeom prst="roundRect">
            <a:avLst>
              <a:gd name="adj" fmla="val 50444"/>
            </a:avLst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400">
                <a:solidFill>
                  <a:srgbClr val="000000"/>
                </a:solidFill>
                <a:latin typeface="Calibri"/>
              </a:defRPr>
            </a:pPr>
            <a:r>
              <a:t>GE 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070494" y="2062886"/>
            <a:ext cx="0" cy="4581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438083" y="2062886"/>
            <a:ext cx="0" cy="4581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770985" y="2636215"/>
            <a:ext cx="0" cy="6867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076041" y="2062886"/>
            <a:ext cx="0" cy="6867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447641" y="2062886"/>
            <a:ext cx="0" cy="6867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208068" y="2864815"/>
            <a:ext cx="0" cy="4581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58668" y="4047134"/>
            <a:ext cx="0" cy="4581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3041294" y="4620463"/>
            <a:ext cx="0" cy="4581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4412894" y="4620463"/>
            <a:ext cx="0" cy="4581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5784494" y="4620463"/>
            <a:ext cx="0" cy="458114"/>
          </a:xfrm>
          <a:prstGeom prst="line">
            <a:avLst/>
          </a:prstGeom>
          <a:ln w="8890">
            <a:solidFill>
              <a:srgbClr val="000000"/>
            </a:solidFill>
            <a:tailEnd type="diamon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3096889" y="2062886"/>
            <a:ext cx="104241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.11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68489" y="2062886"/>
            <a:ext cx="104241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.12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84393" y="2062886"/>
            <a:ext cx="69494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51982" y="2062886"/>
            <a:ext cx="69494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76041" y="4047134"/>
            <a:ext cx="69494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971800" y="3257092"/>
            <a:ext cx="451713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10.1.10.1/24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791833" y="3257092"/>
            <a:ext cx="69494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28917" y="3257092"/>
            <a:ext cx="138988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.254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055193" y="5012740"/>
            <a:ext cx="69494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26793" y="5012740"/>
            <a:ext cx="69494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798393" y="5012740"/>
            <a:ext cx="69494" cy="65836"/>
          </a:xfrm>
          <a:prstGeom prst="roundRect">
            <a:avLst>
              <a:gd name="adj" fmla="val 46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l">
              <a:defRPr sz="600">
                <a:solidFill>
                  <a:srgbClr val="000000"/>
                </a:solidFill>
                <a:latin typeface="Calibri"/>
              </a:defRPr>
            </a:pPr>
            <a:r>
              <a:t>.4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