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3867211" cy="146175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[L1] All Areas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1298448"/>
            <a:ext cx="23720907" cy="13035686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347475" y="2440152"/>
            <a:ext cx="1538020" cy="281635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NAGAINAMAE-TEST-WAN-fix001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3680611"/>
            <a:ext cx="4911983" cy="633068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/>
          <a:lstStyle/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DC-TOP1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19039" y="4599277"/>
            <a:ext cx="1005840" cy="190195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FW-12~1~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3540" y="5700823"/>
            <a:ext cx="664768" cy="640080"/>
          </a:xfrm>
          <a:prstGeom prst="roundRect">
            <a:avLst>
              <a:gd name="adj" fmla="val 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Sever-13~1~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1497" y="5700823"/>
            <a:ext cx="664768" cy="1188720"/>
          </a:xfrm>
          <a:prstGeom prst="roundRect">
            <a:avLst>
              <a:gd name="adj" fmla="val 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Sever-14~1~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4850" y="7716768"/>
            <a:ext cx="508406" cy="190195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SW-1B~1~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7477" y="8818314"/>
            <a:ext cx="560527" cy="190195"/>
          </a:xfrm>
          <a:prstGeom prst="roundRect">
            <a:avLst>
              <a:gd name="adj" fmla="val 0"/>
            </a:avLst>
          </a:prstGeom>
          <a:solidFill>
            <a:srgbClr val="FF99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WAN-1R~1~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7521" y="6205876"/>
            <a:ext cx="599846" cy="1280160"/>
          </a:xfrm>
          <a:prstGeom prst="roundRect">
            <a:avLst>
              <a:gd name="adj" fmla="val 20000"/>
            </a:avLst>
          </a:prstGeom>
          <a:solidFill>
            <a:srgbClr val="F0F4FA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WAN-Dum3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3993" y="3680611"/>
            <a:ext cx="6684508" cy="633068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/>
          <a:lstStyle/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DC-TOP2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86207" y="5011823"/>
            <a:ext cx="640080" cy="190195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FW-12~2~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156" y="6525916"/>
            <a:ext cx="664768" cy="640080"/>
          </a:xfrm>
          <a:prstGeom prst="roundRect">
            <a:avLst>
              <a:gd name="adj" fmla="val 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Sever-13~2~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13570" y="6525916"/>
            <a:ext cx="664768" cy="640080"/>
          </a:xfrm>
          <a:prstGeom prst="roundRect">
            <a:avLst>
              <a:gd name="adj" fmla="val 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Sever-14~2~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23367" y="8405768"/>
            <a:ext cx="365760" cy="190195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SW-1B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293024" y="3680611"/>
            <a:ext cx="6501034" cy="633068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/>
          <a:lstStyle/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DC-TOP3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223502" y="5103263"/>
            <a:ext cx="640080" cy="190195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FW-12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595500" y="6708796"/>
            <a:ext cx="508406" cy="190195"/>
          </a:xfrm>
          <a:prstGeom prst="roundRect">
            <a:avLst>
              <a:gd name="adj" fmla="val 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Sever-13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83177" y="6708796"/>
            <a:ext cx="508406" cy="190195"/>
          </a:xfrm>
          <a:prstGeom prst="roundRect">
            <a:avLst>
              <a:gd name="adj" fmla="val 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Sever-14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341459" y="8314328"/>
            <a:ext cx="404164" cy="190195"/>
          </a:xfrm>
          <a:prstGeom prst="roundRect">
            <a:avLst>
              <a:gd name="adj" fmla="val 0"/>
            </a:avLst>
          </a:prstGeom>
          <a:solidFill>
            <a:srgbClr val="FF99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WAN-1R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42165" y="11940459"/>
            <a:ext cx="548640" cy="281635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WAN-1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1664759" y="4789472"/>
            <a:ext cx="239725" cy="911351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 rot="4515753">
            <a:off x="1753127" y="5556300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</a:t>
            </a:r>
          </a:p>
        </p:txBody>
      </p:sp>
      <p:sp>
        <p:nvSpPr>
          <p:cNvPr id="25" name="Rounded Rectangle 24"/>
          <p:cNvSpPr/>
          <p:nvPr/>
        </p:nvSpPr>
        <p:spPr>
          <a:xfrm rot="4515753">
            <a:off x="1569229" y="4857186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1847639" y="4789472"/>
            <a:ext cx="239725" cy="911351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 rot="4515753">
            <a:off x="1936007" y="5556300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0/6</a:t>
            </a:r>
          </a:p>
        </p:txBody>
      </p:sp>
      <p:sp>
        <p:nvSpPr>
          <p:cNvPr id="28" name="Rounded Rectangle 27"/>
          <p:cNvSpPr/>
          <p:nvPr/>
        </p:nvSpPr>
        <p:spPr>
          <a:xfrm rot="4515753">
            <a:off x="1752109" y="4857186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28309" y="5746543"/>
            <a:ext cx="1133188" cy="27432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 rot="816495">
            <a:off x="2311512" y="5733955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0/8</a:t>
            </a:r>
          </a:p>
        </p:txBody>
      </p:sp>
      <p:sp>
        <p:nvSpPr>
          <p:cNvPr id="31" name="Rounded Rectangle 30"/>
          <p:cNvSpPr/>
          <p:nvPr/>
        </p:nvSpPr>
        <p:spPr>
          <a:xfrm rot="816495">
            <a:off x="3231406" y="5956641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28309" y="5929423"/>
            <a:ext cx="1133188" cy="27432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 rot="816495">
            <a:off x="2311512" y="5916835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0/9</a:t>
            </a:r>
          </a:p>
        </p:txBody>
      </p:sp>
      <p:sp>
        <p:nvSpPr>
          <p:cNvPr id="34" name="Rounded Rectangle 33"/>
          <p:cNvSpPr/>
          <p:nvPr/>
        </p:nvSpPr>
        <p:spPr>
          <a:xfrm rot="816495">
            <a:off x="3231406" y="6139521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0/9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28309" y="6112303"/>
            <a:ext cx="1133188" cy="27432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 rot="816495">
            <a:off x="2308713" y="6104018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0/10</a:t>
            </a:r>
          </a:p>
        </p:txBody>
      </p:sp>
      <p:sp>
        <p:nvSpPr>
          <p:cNvPr id="37" name="Rounded Rectangle 36"/>
          <p:cNvSpPr/>
          <p:nvPr/>
        </p:nvSpPr>
        <p:spPr>
          <a:xfrm rot="816495">
            <a:off x="3193057" y="6318098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28309" y="6295183"/>
            <a:ext cx="1133188" cy="27432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 rot="816495">
            <a:off x="2308713" y="6286898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0/11</a:t>
            </a:r>
          </a:p>
        </p:txBody>
      </p:sp>
      <p:sp>
        <p:nvSpPr>
          <p:cNvPr id="40" name="Rounded Rectangle 39"/>
          <p:cNvSpPr/>
          <p:nvPr/>
        </p:nvSpPr>
        <p:spPr>
          <a:xfrm rot="816495">
            <a:off x="3193057" y="6500978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0/11</a:t>
            </a:r>
          </a:p>
        </p:txBody>
      </p:sp>
      <p:cxnSp>
        <p:nvCxnSpPr>
          <p:cNvPr id="41" name="Connector 40"/>
          <p:cNvCxnSpPr/>
          <p:nvPr/>
        </p:nvCxnSpPr>
        <p:spPr>
          <a:xfrm flipH="1" flipV="1">
            <a:off x="2030519" y="4789472"/>
            <a:ext cx="1489043" cy="911351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 rot="1888093">
            <a:off x="3302527" y="5605137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</a:t>
            </a:r>
          </a:p>
        </p:txBody>
      </p:sp>
      <p:sp>
        <p:nvSpPr>
          <p:cNvPr id="43" name="Rounded Rectangle 42"/>
          <p:cNvSpPr/>
          <p:nvPr/>
        </p:nvSpPr>
        <p:spPr>
          <a:xfrm rot="1888093">
            <a:off x="2000666" y="4808348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</a:t>
            </a:r>
          </a:p>
        </p:txBody>
      </p:sp>
      <p:cxnSp>
        <p:nvCxnSpPr>
          <p:cNvPr id="44" name="Connector 43"/>
          <p:cNvCxnSpPr/>
          <p:nvPr/>
        </p:nvCxnSpPr>
        <p:spPr>
          <a:xfrm flipH="1" flipV="1">
            <a:off x="2213399" y="4789472"/>
            <a:ext cx="1489043" cy="911351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 rot="1888093">
            <a:off x="3485407" y="5605137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0/5</a:t>
            </a:r>
          </a:p>
        </p:txBody>
      </p:sp>
      <p:sp>
        <p:nvSpPr>
          <p:cNvPr id="46" name="Rounded Rectangle 45"/>
          <p:cNvSpPr/>
          <p:nvPr/>
        </p:nvSpPr>
        <p:spPr>
          <a:xfrm rot="1888093">
            <a:off x="2183546" y="4808348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0/5</a:t>
            </a:r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2396279" y="4789472"/>
            <a:ext cx="1489043" cy="911351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 rot="1888093">
            <a:off x="3632115" y="559559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0/12</a:t>
            </a:r>
          </a:p>
        </p:txBody>
      </p:sp>
      <p:sp>
        <p:nvSpPr>
          <p:cNvPr id="49" name="Rounded Rectangle 48"/>
          <p:cNvSpPr/>
          <p:nvPr/>
        </p:nvSpPr>
        <p:spPr>
          <a:xfrm rot="1888093">
            <a:off x="2361450" y="4817895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0/12</a:t>
            </a:r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2579159" y="4789472"/>
            <a:ext cx="1489043" cy="911351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 rot="1888093">
            <a:off x="3814995" y="559559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0/13</a:t>
            </a:r>
          </a:p>
        </p:txBody>
      </p:sp>
      <p:sp>
        <p:nvSpPr>
          <p:cNvPr id="52" name="Rounded Rectangle 51"/>
          <p:cNvSpPr/>
          <p:nvPr/>
        </p:nvSpPr>
        <p:spPr>
          <a:xfrm rot="1888093">
            <a:off x="2544330" y="4817895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0/13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1856174" y="6340903"/>
            <a:ext cx="139750" cy="1375865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 rot="16547989">
            <a:off x="1861392" y="6411664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</a:t>
            </a:r>
          </a:p>
        </p:txBody>
      </p:sp>
      <p:sp>
        <p:nvSpPr>
          <p:cNvPr id="55" name="Rounded Rectangle 54"/>
          <p:cNvSpPr/>
          <p:nvPr/>
        </p:nvSpPr>
        <p:spPr>
          <a:xfrm rot="16547989">
            <a:off x="1743818" y="7569197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2039054" y="6889543"/>
            <a:ext cx="1663388" cy="827225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 rot="20013493">
            <a:off x="3443800" y="690814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0/15</a:t>
            </a:r>
          </a:p>
        </p:txBody>
      </p:sp>
      <p:sp>
        <p:nvSpPr>
          <p:cNvPr id="58" name="Rounded Rectangle 57"/>
          <p:cNvSpPr/>
          <p:nvPr/>
        </p:nvSpPr>
        <p:spPr>
          <a:xfrm rot="20013493">
            <a:off x="2009660" y="762136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0/15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2221934" y="6889543"/>
            <a:ext cx="1663388" cy="827225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 rot="20013493">
            <a:off x="3626680" y="690814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0/16</a:t>
            </a:r>
          </a:p>
        </p:txBody>
      </p:sp>
      <p:sp>
        <p:nvSpPr>
          <p:cNvPr id="61" name="Rounded Rectangle 60"/>
          <p:cNvSpPr/>
          <p:nvPr/>
        </p:nvSpPr>
        <p:spPr>
          <a:xfrm rot="20013493">
            <a:off x="2192540" y="762136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0/16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039054" y="7906964"/>
            <a:ext cx="8686" cy="91135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 rot="5367233">
            <a:off x="1916655" y="7978282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0/4</a:t>
            </a:r>
          </a:p>
        </p:txBody>
      </p:sp>
      <p:sp>
        <p:nvSpPr>
          <p:cNvPr id="64" name="Rounded Rectangle 63"/>
          <p:cNvSpPr/>
          <p:nvPr/>
        </p:nvSpPr>
        <p:spPr>
          <a:xfrm rot="5367233">
            <a:off x="1923251" y="8670186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0/4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9575100" y="5202019"/>
            <a:ext cx="1556827" cy="132389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 rot="19177367">
            <a:off x="9528604" y="640458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0/24</a:t>
            </a:r>
          </a:p>
        </p:txBody>
      </p:sp>
      <p:sp>
        <p:nvSpPr>
          <p:cNvPr id="67" name="Rounded Rectangle 66"/>
          <p:cNvSpPr/>
          <p:nvPr/>
        </p:nvSpPr>
        <p:spPr>
          <a:xfrm rot="19177367">
            <a:off x="10890387" y="5246545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0/24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9757980" y="5202019"/>
            <a:ext cx="1556827" cy="132389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 rot="19177367">
            <a:off x="9711484" y="640458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0/29</a:t>
            </a:r>
          </a:p>
        </p:txBody>
      </p:sp>
      <p:sp>
        <p:nvSpPr>
          <p:cNvPr id="70" name="Rounded Rectangle 69"/>
          <p:cNvSpPr/>
          <p:nvPr/>
        </p:nvSpPr>
        <p:spPr>
          <a:xfrm rot="19177367">
            <a:off x="11073267" y="5246545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0/29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998925" y="6571636"/>
            <a:ext cx="2814645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9982923" y="653323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541536" y="653323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998925" y="6754516"/>
            <a:ext cx="2814645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982923" y="671611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2541536" y="671611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998925" y="6937396"/>
            <a:ext cx="2814645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9982923" y="689899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0/33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2541536" y="689899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0/33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998925" y="7120276"/>
            <a:ext cx="2814645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982923" y="708187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0/34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2541536" y="708187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0/34</a:t>
            </a:r>
          </a:p>
        </p:txBody>
      </p:sp>
      <p:cxnSp>
        <p:nvCxnSpPr>
          <p:cNvPr id="83" name="Connector 82"/>
          <p:cNvCxnSpPr/>
          <p:nvPr/>
        </p:nvCxnSpPr>
        <p:spPr>
          <a:xfrm flipH="1" flipV="1">
            <a:off x="11497687" y="5202019"/>
            <a:ext cx="1556827" cy="132389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 rot="2422633">
            <a:off x="12812974" y="640458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0/25</a:t>
            </a:r>
          </a:p>
        </p:txBody>
      </p:sp>
      <p:sp>
        <p:nvSpPr>
          <p:cNvPr id="85" name="Rounded Rectangle 84"/>
          <p:cNvSpPr/>
          <p:nvPr/>
        </p:nvSpPr>
        <p:spPr>
          <a:xfrm rot="2422633">
            <a:off x="11451191" y="5246545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0/25</a:t>
            </a:r>
          </a:p>
        </p:txBody>
      </p:sp>
      <p:cxnSp>
        <p:nvCxnSpPr>
          <p:cNvPr id="86" name="Connector 85"/>
          <p:cNvCxnSpPr/>
          <p:nvPr/>
        </p:nvCxnSpPr>
        <p:spPr>
          <a:xfrm flipH="1" flipV="1">
            <a:off x="11680567" y="5202019"/>
            <a:ext cx="1556827" cy="132389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 rot="2422633">
            <a:off x="12995854" y="640458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0/28</a:t>
            </a:r>
          </a:p>
        </p:txBody>
      </p:sp>
      <p:sp>
        <p:nvSpPr>
          <p:cNvPr id="88" name="Rounded Rectangle 87"/>
          <p:cNvSpPr/>
          <p:nvPr/>
        </p:nvSpPr>
        <p:spPr>
          <a:xfrm rot="2422633">
            <a:off x="11634071" y="5246545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0/28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666540" y="7165996"/>
            <a:ext cx="1648267" cy="123977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 rot="2216957">
            <a:off x="9624828" y="720454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0/26</a:t>
            </a:r>
          </a:p>
        </p:txBody>
      </p:sp>
      <p:sp>
        <p:nvSpPr>
          <p:cNvPr id="91" name="Rounded Rectangle 90"/>
          <p:cNvSpPr/>
          <p:nvPr/>
        </p:nvSpPr>
        <p:spPr>
          <a:xfrm rot="2216957">
            <a:off x="11068483" y="829041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0/26</a:t>
            </a:r>
          </a:p>
        </p:txBody>
      </p:sp>
      <p:cxnSp>
        <p:nvCxnSpPr>
          <p:cNvPr id="92" name="Connector 91"/>
          <p:cNvCxnSpPr/>
          <p:nvPr/>
        </p:nvCxnSpPr>
        <p:spPr>
          <a:xfrm flipH="1">
            <a:off x="11497687" y="7165996"/>
            <a:ext cx="1648267" cy="123977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 rot="19383043">
            <a:off x="12899630" y="720454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0/27</a:t>
            </a:r>
          </a:p>
        </p:txBody>
      </p:sp>
      <p:sp>
        <p:nvSpPr>
          <p:cNvPr id="94" name="Rounded Rectangle 93"/>
          <p:cNvSpPr/>
          <p:nvPr/>
        </p:nvSpPr>
        <p:spPr>
          <a:xfrm rot="19383043">
            <a:off x="11455976" y="829041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0/27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18758263" y="5293459"/>
            <a:ext cx="1510959" cy="141533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 rot="19012294">
            <a:off x="18707674" y="6582874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0/36</a:t>
            </a:r>
          </a:p>
        </p:txBody>
      </p:sp>
      <p:sp>
        <p:nvSpPr>
          <p:cNvPr id="97" name="Rounded Rectangle 96"/>
          <p:cNvSpPr/>
          <p:nvPr/>
        </p:nvSpPr>
        <p:spPr>
          <a:xfrm rot="19012294">
            <a:off x="20031775" y="534257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0/36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18941143" y="5293459"/>
            <a:ext cx="1510959" cy="141533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 rot="19012294">
            <a:off x="18890554" y="6582874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0/41</a:t>
            </a:r>
          </a:p>
        </p:txBody>
      </p:sp>
      <p:sp>
        <p:nvSpPr>
          <p:cNvPr id="100" name="Rounded Rectangle 99"/>
          <p:cNvSpPr/>
          <p:nvPr/>
        </p:nvSpPr>
        <p:spPr>
          <a:xfrm rot="19012294">
            <a:off x="20214655" y="534257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0/41</a:t>
            </a:r>
          </a:p>
        </p:txBody>
      </p:sp>
      <p:cxnSp>
        <p:nvCxnSpPr>
          <p:cNvPr id="101" name="Connector 100"/>
          <p:cNvCxnSpPr/>
          <p:nvPr/>
        </p:nvCxnSpPr>
        <p:spPr>
          <a:xfrm flipH="1" flipV="1">
            <a:off x="20634982" y="5293459"/>
            <a:ext cx="1510958" cy="141533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 rot="2587706">
            <a:off x="21908493" y="6582874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0/37</a:t>
            </a:r>
          </a:p>
        </p:txBody>
      </p:sp>
      <p:sp>
        <p:nvSpPr>
          <p:cNvPr id="103" name="Rounded Rectangle 102"/>
          <p:cNvSpPr/>
          <p:nvPr/>
        </p:nvSpPr>
        <p:spPr>
          <a:xfrm rot="2587706">
            <a:off x="20584393" y="534257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0/37</a:t>
            </a:r>
          </a:p>
        </p:txBody>
      </p:sp>
      <p:cxnSp>
        <p:nvCxnSpPr>
          <p:cNvPr id="104" name="Connector 103"/>
          <p:cNvCxnSpPr/>
          <p:nvPr/>
        </p:nvCxnSpPr>
        <p:spPr>
          <a:xfrm flipH="1" flipV="1">
            <a:off x="20817862" y="5293459"/>
            <a:ext cx="1510958" cy="141533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 rot="2587706">
            <a:off x="22091373" y="6582874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0/40</a:t>
            </a:r>
          </a:p>
        </p:txBody>
      </p:sp>
      <p:sp>
        <p:nvSpPr>
          <p:cNvPr id="106" name="Rounded Rectangle 105"/>
          <p:cNvSpPr/>
          <p:nvPr/>
        </p:nvSpPr>
        <p:spPr>
          <a:xfrm rot="2587706">
            <a:off x="20767273" y="5342570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0/40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8849703" y="6898991"/>
            <a:ext cx="1602399" cy="141533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 rot="2487175">
            <a:off x="18801633" y="6945333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0/38</a:t>
            </a:r>
          </a:p>
        </p:txBody>
      </p:sp>
      <p:sp>
        <p:nvSpPr>
          <p:cNvPr id="109" name="Rounded Rectangle 108"/>
          <p:cNvSpPr/>
          <p:nvPr/>
        </p:nvSpPr>
        <p:spPr>
          <a:xfrm rot="2487175">
            <a:off x="20212136" y="8191176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0/38</a:t>
            </a:r>
          </a:p>
        </p:txBody>
      </p:sp>
      <p:cxnSp>
        <p:nvCxnSpPr>
          <p:cNvPr id="110" name="Connector 109"/>
          <p:cNvCxnSpPr/>
          <p:nvPr/>
        </p:nvCxnSpPr>
        <p:spPr>
          <a:xfrm flipH="1">
            <a:off x="20634982" y="6898991"/>
            <a:ext cx="1602398" cy="141533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 rot="19112825">
            <a:off x="21997414" y="6945333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0/39</a:t>
            </a:r>
          </a:p>
        </p:txBody>
      </p:sp>
      <p:sp>
        <p:nvSpPr>
          <p:cNvPr id="112" name="Rounded Rectangle 111"/>
          <p:cNvSpPr/>
          <p:nvPr/>
        </p:nvSpPr>
        <p:spPr>
          <a:xfrm rot="19112825">
            <a:off x="20586912" y="8191176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0/39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4126266" y="5746543"/>
            <a:ext cx="2281255" cy="55077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 rot="814404">
            <a:off x="4109485" y="5733890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0/7</a:t>
            </a:r>
          </a:p>
        </p:txBody>
      </p:sp>
      <p:sp>
        <p:nvSpPr>
          <p:cNvPr id="115" name="Rounded Rectangle 114"/>
          <p:cNvSpPr/>
          <p:nvPr/>
        </p:nvSpPr>
        <p:spPr>
          <a:xfrm rot="814404">
            <a:off x="6177413" y="6233159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0/7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126266" y="5929423"/>
            <a:ext cx="2281255" cy="55077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 rot="814404">
            <a:off x="4106689" y="592106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0/14</a:t>
            </a:r>
          </a:p>
        </p:txBody>
      </p:sp>
      <p:sp>
        <p:nvSpPr>
          <p:cNvPr id="118" name="Rounded Rectangle 117"/>
          <p:cNvSpPr/>
          <p:nvPr/>
        </p:nvSpPr>
        <p:spPr>
          <a:xfrm rot="814404">
            <a:off x="6139062" y="6411747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0/14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4126266" y="6112303"/>
            <a:ext cx="2281255" cy="55077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 rot="814404">
            <a:off x="4106689" y="610394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0/17</a:t>
            </a:r>
          </a:p>
        </p:txBody>
      </p:sp>
      <p:sp>
        <p:nvSpPr>
          <p:cNvPr id="121" name="Rounded Rectangle 120"/>
          <p:cNvSpPr/>
          <p:nvPr/>
        </p:nvSpPr>
        <p:spPr>
          <a:xfrm rot="814404">
            <a:off x="6139062" y="6594627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0/17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126266" y="6295183"/>
            <a:ext cx="2281255" cy="55077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 rot="814404">
            <a:off x="4106689" y="628682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0/18</a:t>
            </a:r>
          </a:p>
        </p:txBody>
      </p:sp>
      <p:sp>
        <p:nvSpPr>
          <p:cNvPr id="124" name="Rounded Rectangle 123"/>
          <p:cNvSpPr/>
          <p:nvPr/>
        </p:nvSpPr>
        <p:spPr>
          <a:xfrm rot="814404">
            <a:off x="6139062" y="6777507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0/18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4126266" y="6478063"/>
            <a:ext cx="2281255" cy="55077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 rot="814404">
            <a:off x="4106689" y="646970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0/19</a:t>
            </a:r>
          </a:p>
        </p:txBody>
      </p:sp>
      <p:sp>
        <p:nvSpPr>
          <p:cNvPr id="127" name="Rounded Rectangle 126"/>
          <p:cNvSpPr/>
          <p:nvPr/>
        </p:nvSpPr>
        <p:spPr>
          <a:xfrm rot="814404">
            <a:off x="6139062" y="6960387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0/19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4126266" y="6660943"/>
            <a:ext cx="2281255" cy="55077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 rot="814404">
            <a:off x="4106689" y="665258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0/20</a:t>
            </a:r>
          </a:p>
        </p:txBody>
      </p:sp>
      <p:sp>
        <p:nvSpPr>
          <p:cNvPr id="130" name="Rounded Rectangle 129"/>
          <p:cNvSpPr/>
          <p:nvPr/>
        </p:nvSpPr>
        <p:spPr>
          <a:xfrm rot="814404">
            <a:off x="6139062" y="7143267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0/20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4126266" y="6843823"/>
            <a:ext cx="2281255" cy="55077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 rot="814404">
            <a:off x="4106689" y="683546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0/21</a:t>
            </a:r>
          </a:p>
        </p:txBody>
      </p:sp>
      <p:sp>
        <p:nvSpPr>
          <p:cNvPr id="133" name="Rounded Rectangle 132"/>
          <p:cNvSpPr/>
          <p:nvPr/>
        </p:nvSpPr>
        <p:spPr>
          <a:xfrm rot="814404">
            <a:off x="6139062" y="7326147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0/21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7007367" y="6845956"/>
            <a:ext cx="2326789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/>
          <p:cNvSpPr/>
          <p:nvPr/>
        </p:nvSpPr>
        <p:spPr>
          <a:xfrm rot="0">
            <a:off x="6991365" y="680755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0/30</a:t>
            </a:r>
          </a:p>
        </p:txBody>
      </p:sp>
      <p:sp>
        <p:nvSpPr>
          <p:cNvPr id="136" name="Rounded Rectangle 135"/>
          <p:cNvSpPr/>
          <p:nvPr/>
        </p:nvSpPr>
        <p:spPr>
          <a:xfrm rot="0">
            <a:off x="9062122" y="680755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0/30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2047740" y="9008509"/>
            <a:ext cx="9885865" cy="293195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 rot="991158">
            <a:off x="2029495" y="9001304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0/0</a:t>
            </a:r>
          </a:p>
        </p:txBody>
      </p:sp>
      <p:sp>
        <p:nvSpPr>
          <p:cNvPr id="139" name="Rounded Rectangle 138"/>
          <p:cNvSpPr/>
          <p:nvPr/>
        </p:nvSpPr>
        <p:spPr>
          <a:xfrm rot="991158">
            <a:off x="11704962" y="11870855"/>
            <a:ext cx="246888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0/0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1406247" y="8595963"/>
            <a:ext cx="710238" cy="3344496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/>
          <p:cNvSpPr/>
          <p:nvPr/>
        </p:nvSpPr>
        <p:spPr>
          <a:xfrm rot="4680646">
            <a:off x="11288822" y="8682782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0/23</a:t>
            </a:r>
          </a:p>
        </p:txBody>
      </p:sp>
      <p:sp>
        <p:nvSpPr>
          <p:cNvPr id="142" name="Rounded Rectangle 141"/>
          <p:cNvSpPr/>
          <p:nvPr/>
        </p:nvSpPr>
        <p:spPr>
          <a:xfrm rot="4680646">
            <a:off x="11945875" y="11776831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0/23</a:t>
            </a:r>
          </a:p>
        </p:txBody>
      </p:sp>
      <p:cxnSp>
        <p:nvCxnSpPr>
          <p:cNvPr id="143" name="Connector 142"/>
          <p:cNvCxnSpPr/>
          <p:nvPr/>
        </p:nvCxnSpPr>
        <p:spPr>
          <a:xfrm flipH="1">
            <a:off x="12299365" y="8504523"/>
            <a:ext cx="8244177" cy="3435936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 rot="20242502">
            <a:off x="20281360" y="8515366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0/35</a:t>
            </a:r>
          </a:p>
        </p:txBody>
      </p:sp>
      <p:sp>
        <p:nvSpPr>
          <p:cNvPr id="145" name="Rounded Rectangle 144"/>
          <p:cNvSpPr/>
          <p:nvPr/>
        </p:nvSpPr>
        <p:spPr>
          <a:xfrm rot="20242502">
            <a:off x="12273512" y="11852807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0/35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2116485" y="2721787"/>
            <a:ext cx="8427057" cy="2381476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 rot="946814">
            <a:off x="12095659" y="2718196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0/42</a:t>
            </a:r>
          </a:p>
        </p:txBody>
      </p:sp>
      <p:sp>
        <p:nvSpPr>
          <p:cNvPr id="148" name="Rounded Rectangle 147"/>
          <p:cNvSpPr/>
          <p:nvPr/>
        </p:nvSpPr>
        <p:spPr>
          <a:xfrm rot="946814">
            <a:off x="20276332" y="5030045"/>
            <a:ext cx="288036" cy="76809"/>
          </a:xfrm>
          <a:prstGeom prst="roundRect">
            <a:avLst>
              <a:gd name="adj" fmla="val 99445"/>
            </a:avLst>
          </a:prstGeom>
          <a:solidFill>
            <a:srgbClr val="FFFFFF"/>
          </a:solidFill>
          <a:ln w="12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>
            <a:spAutoFit/>
          </a:bodyPr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GE 0/42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1298448"/>
            <a:ext cx="12043333" cy="670072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08688" y="2219867"/>
            <a:ext cx="1538020" cy="281635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NAGAINAMAE-TEST-WAN-fix001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3240042"/>
            <a:ext cx="1731921" cy="1265625"/>
          </a:xfrm>
          <a:prstGeom prst="roundRect">
            <a:avLst>
              <a:gd name="adj" fmla="val 15000"/>
            </a:avLst>
          </a:prstGeom>
          <a:solidFill>
            <a:srgbClr val="E1FECE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DC-TOP1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37503" y="3232775"/>
            <a:ext cx="599846" cy="1280160"/>
          </a:xfrm>
          <a:prstGeom prst="roundRect">
            <a:avLst>
              <a:gd name="adj" fmla="val 20000"/>
            </a:avLst>
          </a:prstGeom>
          <a:solidFill>
            <a:srgbClr val="F0F4FA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WAN-Dum3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4018" y="3240042"/>
            <a:ext cx="2356898" cy="1265625"/>
          </a:xfrm>
          <a:prstGeom prst="roundRect">
            <a:avLst>
              <a:gd name="adj" fmla="val 15000"/>
            </a:avLst>
          </a:prstGeom>
          <a:solidFill>
            <a:srgbClr val="E1FECE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DC-TOP2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4278" y="3240042"/>
            <a:ext cx="2292207" cy="1265625"/>
          </a:xfrm>
          <a:prstGeom prst="roundRect">
            <a:avLst>
              <a:gd name="adj" fmla="val 15000"/>
            </a:avLst>
          </a:prstGeom>
          <a:solidFill>
            <a:srgbClr val="E1FECE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DC-TOP3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3378" y="6020162"/>
            <a:ext cx="548640" cy="281635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WAN-1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70833" y="3324215"/>
            <a:ext cx="1066670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70833" y="3507095"/>
            <a:ext cx="1066670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70833" y="3689975"/>
            <a:ext cx="1066670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70833" y="3872855"/>
            <a:ext cx="1066670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70833" y="4055735"/>
            <a:ext cx="1066670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70833" y="4238615"/>
            <a:ext cx="1066670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70833" y="4421495"/>
            <a:ext cx="1066670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37349" y="3872855"/>
            <a:ext cx="1066669" cy="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04872" y="4505668"/>
            <a:ext cx="4789946" cy="1514494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2467" y="4505668"/>
            <a:ext cx="195231" cy="1514494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60578" y="4505668"/>
            <a:ext cx="4509804" cy="1514494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277698" y="2501503"/>
            <a:ext cx="4692684" cy="738539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