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252960" cy="779983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[L1] All Areas</a:t>
            </a:r>
          </a:p>
        </p:txBody>
      </p:sp>
      <p:sp>
        <p:nvSpPr>
          <p:cNvPr id="3" name="Rectangle 2"/>
          <p:cNvSpPr/>
          <p:nvPr/>
        </p:nvSpPr>
        <p:spPr>
          <a:xfrm>
            <a:off x="256032" y="1298448"/>
            <a:ext cx="7872709" cy="6217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8912" y="1481328"/>
            <a:ext cx="5250384" cy="585216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0"/>
          <a:lstStyle/>
          <a:p>
            <a:pPr algn="ctr">
              <a:defRPr sz="1000">
                <a:solidFill>
                  <a:srgbClr val="000000"/>
                </a:solidFill>
                <a:latin typeface="Calibri"/>
              </a:defRPr>
            </a:pPr>
            <a:r>
              <a:t>Office_Building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96263" y="2523744"/>
            <a:ext cx="573328" cy="182880"/>
          </a:xfrm>
          <a:prstGeom prst="roundRect">
            <a:avLst>
              <a:gd name="adj" fmla="val 0"/>
            </a:avLst>
          </a:prstGeom>
          <a:solidFill>
            <a:srgbClr val="EBF1DE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WLC-9800L-1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5504" y="2523744"/>
            <a:ext cx="573328" cy="182880"/>
          </a:xfrm>
          <a:prstGeom prst="roundRect">
            <a:avLst>
              <a:gd name="adj" fmla="val 0"/>
            </a:avLst>
          </a:prstGeom>
          <a:solidFill>
            <a:srgbClr val="EBF1DE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WLC-9800L-2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8304" y="3749039"/>
            <a:ext cx="1371600" cy="274320"/>
          </a:xfrm>
          <a:prstGeom prst="roundRect">
            <a:avLst>
              <a:gd name="adj" fmla="val 0"/>
            </a:avLst>
          </a:prstGeom>
          <a:solidFill>
            <a:srgbClr val="EBF1DE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Dist-SW1-2(StackVirtual)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9050" y="4974336"/>
            <a:ext cx="677570" cy="182880"/>
          </a:xfrm>
          <a:prstGeom prst="roundRect">
            <a:avLst>
              <a:gd name="adj" fmla="val 0"/>
            </a:avLst>
          </a:prstGeom>
          <a:solidFill>
            <a:srgbClr val="EBF1DE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Access-Stack1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25319" y="4974336"/>
            <a:ext cx="677570" cy="182880"/>
          </a:xfrm>
          <a:prstGeom prst="roundRect">
            <a:avLst>
              <a:gd name="adj" fmla="val 0"/>
            </a:avLst>
          </a:prstGeom>
          <a:solidFill>
            <a:srgbClr val="EBF1DE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Access-Stack2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1587" y="4974336"/>
            <a:ext cx="677570" cy="182880"/>
          </a:xfrm>
          <a:prstGeom prst="roundRect">
            <a:avLst>
              <a:gd name="adj" fmla="val 0"/>
            </a:avLst>
          </a:prstGeom>
          <a:solidFill>
            <a:srgbClr val="EBF1DE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Access-Stack3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8140" y="6108192"/>
            <a:ext cx="625449" cy="182880"/>
          </a:xfrm>
          <a:prstGeom prst="roundRect">
            <a:avLst>
              <a:gd name="adj" fmla="val 0"/>
            </a:avLst>
          </a:prstGeom>
          <a:solidFill>
            <a:srgbClr val="EBF1DE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AP-Stack1-01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51379" y="6108192"/>
            <a:ext cx="625449" cy="182880"/>
          </a:xfrm>
          <a:prstGeom prst="roundRect">
            <a:avLst>
              <a:gd name="adj" fmla="val 0"/>
            </a:avLst>
          </a:prstGeom>
          <a:solidFill>
            <a:srgbClr val="EBF1DE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AP-Stack2-01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74618" y="6108192"/>
            <a:ext cx="625449" cy="182880"/>
          </a:xfrm>
          <a:prstGeom prst="roundRect">
            <a:avLst>
              <a:gd name="adj" fmla="val 0"/>
            </a:avLst>
          </a:prstGeom>
          <a:solidFill>
            <a:srgbClr val="EBF1DE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AP-Stack3-01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172" y="4224528"/>
            <a:ext cx="1016812" cy="365760"/>
          </a:xfrm>
          <a:prstGeom prst="roundRect">
            <a:avLst>
              <a:gd name="adj" fmla="val 20000"/>
            </a:avLst>
          </a:prstGeom>
          <a:solidFill>
            <a:srgbClr val="DCE6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Internet-Gateway</a:t>
            </a:r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1591488" y="2706624"/>
            <a:ext cx="1198296" cy="1042415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 rot="2461230">
            <a:off x="2480437" y="3602608"/>
            <a:ext cx="370332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1/0/21</a:t>
            </a:r>
          </a:p>
        </p:txBody>
      </p:sp>
      <p:sp>
        <p:nvSpPr>
          <p:cNvPr id="17" name="Rounded Rectangle 16"/>
          <p:cNvSpPr/>
          <p:nvPr/>
        </p:nvSpPr>
        <p:spPr>
          <a:xfrm rot="2461230">
            <a:off x="1564383" y="2716230"/>
            <a:ext cx="164592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1</a:t>
            </a:r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1774368" y="2706624"/>
            <a:ext cx="1198296" cy="1042415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 rot="2461230">
            <a:off x="2663317" y="3602608"/>
            <a:ext cx="370332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2/0/21</a:t>
            </a:r>
          </a:p>
        </p:txBody>
      </p:sp>
      <p:sp>
        <p:nvSpPr>
          <p:cNvPr id="20" name="Rounded Rectangle 19"/>
          <p:cNvSpPr/>
          <p:nvPr/>
        </p:nvSpPr>
        <p:spPr>
          <a:xfrm rot="2461230">
            <a:off x="1747263" y="2716230"/>
            <a:ext cx="164592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2</a:t>
            </a:r>
          </a:p>
        </p:txBody>
      </p:sp>
      <p:cxnSp>
        <p:nvCxnSpPr>
          <p:cNvPr id="21" name="Connector 20"/>
          <p:cNvCxnSpPr/>
          <p:nvPr/>
        </p:nvCxnSpPr>
        <p:spPr>
          <a:xfrm flipH="1" flipV="1">
            <a:off x="3030728" y="2706624"/>
            <a:ext cx="124816" cy="1042415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 rot="4990325">
            <a:off x="2950810" y="3547210"/>
            <a:ext cx="370332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1/0/22</a:t>
            </a:r>
          </a:p>
        </p:txBody>
      </p:sp>
      <p:sp>
        <p:nvSpPr>
          <p:cNvPr id="23" name="Rounded Rectangle 22"/>
          <p:cNvSpPr/>
          <p:nvPr/>
        </p:nvSpPr>
        <p:spPr>
          <a:xfrm rot="4990325">
            <a:off x="2957129" y="2740852"/>
            <a:ext cx="164592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1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3213608" y="2706624"/>
            <a:ext cx="124816" cy="1042415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 rot="4990325">
            <a:off x="3133690" y="3547210"/>
            <a:ext cx="370332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2/0/22</a:t>
            </a:r>
          </a:p>
        </p:txBody>
      </p:sp>
      <p:sp>
        <p:nvSpPr>
          <p:cNvPr id="26" name="Rounded Rectangle 25"/>
          <p:cNvSpPr/>
          <p:nvPr/>
        </p:nvSpPr>
        <p:spPr>
          <a:xfrm rot="4990325">
            <a:off x="3140009" y="2740852"/>
            <a:ext cx="164592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2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749904" y="3794760"/>
            <a:ext cx="2559268" cy="521208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 rot="690669">
            <a:off x="3728673" y="3785551"/>
            <a:ext cx="329184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1/0/1</a:t>
            </a:r>
          </a:p>
        </p:txBody>
      </p:sp>
      <p:sp>
        <p:nvSpPr>
          <p:cNvPr id="29" name="Rounded Rectangle 28"/>
          <p:cNvSpPr/>
          <p:nvPr/>
        </p:nvSpPr>
        <p:spPr>
          <a:xfrm rot="690669">
            <a:off x="6155196" y="4262965"/>
            <a:ext cx="164592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po 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749904" y="3977639"/>
            <a:ext cx="2559268" cy="521209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 rot="690669">
            <a:off x="3728673" y="3968431"/>
            <a:ext cx="329184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2/0/1</a:t>
            </a:r>
          </a:p>
        </p:txBody>
      </p:sp>
      <p:sp>
        <p:nvSpPr>
          <p:cNvPr id="32" name="Rounded Rectangle 31"/>
          <p:cNvSpPr/>
          <p:nvPr/>
        </p:nvSpPr>
        <p:spPr>
          <a:xfrm rot="690669">
            <a:off x="6155196" y="4445845"/>
            <a:ext cx="164592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po 1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1536395" y="4023359"/>
            <a:ext cx="1070509" cy="950977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 rot="19103042">
            <a:off x="1481182" y="4838765"/>
            <a:ext cx="329184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Te 1/1/1</a:t>
            </a:r>
          </a:p>
        </p:txBody>
      </p:sp>
      <p:sp>
        <p:nvSpPr>
          <p:cNvPr id="35" name="Rounded Rectangle 34"/>
          <p:cNvSpPr/>
          <p:nvPr/>
        </p:nvSpPr>
        <p:spPr>
          <a:xfrm rot="19103042">
            <a:off x="2298687" y="4094266"/>
            <a:ext cx="370332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1/0/11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1719275" y="4023359"/>
            <a:ext cx="1070509" cy="950977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 rot="19103042">
            <a:off x="1664062" y="4838765"/>
            <a:ext cx="329184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Te 1/1/2</a:t>
            </a:r>
          </a:p>
        </p:txBody>
      </p:sp>
      <p:sp>
        <p:nvSpPr>
          <p:cNvPr id="38" name="Rounded Rectangle 37"/>
          <p:cNvSpPr/>
          <p:nvPr/>
        </p:nvSpPr>
        <p:spPr>
          <a:xfrm rot="19103042">
            <a:off x="2481567" y="4094266"/>
            <a:ext cx="370332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2/0/11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2972664" y="4023359"/>
            <a:ext cx="0" cy="950977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 rot="16200000">
            <a:off x="2808072" y="4789627"/>
            <a:ext cx="329184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Te 1/1/1</a:t>
            </a:r>
          </a:p>
        </p:txBody>
      </p:sp>
      <p:sp>
        <p:nvSpPr>
          <p:cNvPr id="41" name="Rounded Rectangle 40"/>
          <p:cNvSpPr/>
          <p:nvPr/>
        </p:nvSpPr>
        <p:spPr>
          <a:xfrm rot="16200000">
            <a:off x="2787498" y="4149547"/>
            <a:ext cx="370332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1/0/12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3155544" y="4023359"/>
            <a:ext cx="0" cy="950977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 rot="16200000">
            <a:off x="2990952" y="4789627"/>
            <a:ext cx="329184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Te 1/1/2</a:t>
            </a:r>
          </a:p>
        </p:txBody>
      </p:sp>
      <p:sp>
        <p:nvSpPr>
          <p:cNvPr id="44" name="Rounded Rectangle 43"/>
          <p:cNvSpPr/>
          <p:nvPr/>
        </p:nvSpPr>
        <p:spPr>
          <a:xfrm rot="16200000">
            <a:off x="2970378" y="4149547"/>
            <a:ext cx="370332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2/0/12</a:t>
            </a:r>
          </a:p>
        </p:txBody>
      </p:sp>
      <p:cxnSp>
        <p:nvCxnSpPr>
          <p:cNvPr id="45" name="Connector 44"/>
          <p:cNvCxnSpPr/>
          <p:nvPr/>
        </p:nvCxnSpPr>
        <p:spPr>
          <a:xfrm flipH="1" flipV="1">
            <a:off x="3338424" y="4023359"/>
            <a:ext cx="1070509" cy="950977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 rot="2496958">
            <a:off x="4134962" y="4838765"/>
            <a:ext cx="329184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Te 1/1/1</a:t>
            </a:r>
          </a:p>
        </p:txBody>
      </p:sp>
      <p:sp>
        <p:nvSpPr>
          <p:cNvPr id="47" name="Rounded Rectangle 46"/>
          <p:cNvSpPr/>
          <p:nvPr/>
        </p:nvSpPr>
        <p:spPr>
          <a:xfrm rot="2496958">
            <a:off x="3276309" y="4094266"/>
            <a:ext cx="370332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1/0/13</a:t>
            </a:r>
          </a:p>
        </p:txBody>
      </p:sp>
      <p:cxnSp>
        <p:nvCxnSpPr>
          <p:cNvPr id="48" name="Connector 47"/>
          <p:cNvCxnSpPr/>
          <p:nvPr/>
        </p:nvCxnSpPr>
        <p:spPr>
          <a:xfrm flipH="1" flipV="1">
            <a:off x="3521304" y="4023359"/>
            <a:ext cx="1070509" cy="950977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 rot="2496958">
            <a:off x="4317842" y="4838765"/>
            <a:ext cx="329184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Te 1/1/2</a:t>
            </a:r>
          </a:p>
        </p:txBody>
      </p:sp>
      <p:sp>
        <p:nvSpPr>
          <p:cNvPr id="50" name="Rounded Rectangle 49"/>
          <p:cNvSpPr/>
          <p:nvPr/>
        </p:nvSpPr>
        <p:spPr>
          <a:xfrm rot="2496958">
            <a:off x="3459189" y="4094266"/>
            <a:ext cx="370332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2/0/13</a:t>
            </a:r>
          </a:p>
        </p:txBody>
      </p:sp>
      <p:cxnSp>
        <p:nvCxnSpPr>
          <p:cNvPr id="51" name="Connector 50"/>
          <p:cNvCxnSpPr/>
          <p:nvPr/>
        </p:nvCxnSpPr>
        <p:spPr>
          <a:xfrm flipH="1" flipV="1">
            <a:off x="1627835" y="5157216"/>
            <a:ext cx="13030" cy="950976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 rot="5352899">
            <a:off x="1557567" y="5996642"/>
            <a:ext cx="164592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</a:t>
            </a:r>
          </a:p>
        </p:txBody>
      </p:sp>
      <p:sp>
        <p:nvSpPr>
          <p:cNvPr id="53" name="Rounded Rectangle 52"/>
          <p:cNvSpPr/>
          <p:nvPr/>
        </p:nvSpPr>
        <p:spPr>
          <a:xfrm rot="5352899">
            <a:off x="1465248" y="5265101"/>
            <a:ext cx="329184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1/0/1</a:t>
            </a:r>
          </a:p>
        </p:txBody>
      </p:sp>
      <p:cxnSp>
        <p:nvCxnSpPr>
          <p:cNvPr id="54" name="Connector 53"/>
          <p:cNvCxnSpPr/>
          <p:nvPr/>
        </p:nvCxnSpPr>
        <p:spPr>
          <a:xfrm flipV="1">
            <a:off x="3064104" y="5157216"/>
            <a:ext cx="0" cy="950976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 rot="5400000">
            <a:off x="2981808" y="5996635"/>
            <a:ext cx="164592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</a:t>
            </a:r>
          </a:p>
        </p:txBody>
      </p:sp>
      <p:sp>
        <p:nvSpPr>
          <p:cNvPr id="56" name="Rounded Rectangle 55"/>
          <p:cNvSpPr/>
          <p:nvPr/>
        </p:nvSpPr>
        <p:spPr>
          <a:xfrm rot="5400000">
            <a:off x="2899512" y="5265115"/>
            <a:ext cx="329184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1/0/1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4487342" y="5157216"/>
            <a:ext cx="13031" cy="950976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 rot="16247101">
            <a:off x="4406049" y="5996642"/>
            <a:ext cx="164592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</a:t>
            </a:r>
          </a:p>
        </p:txBody>
      </p:sp>
      <p:sp>
        <p:nvSpPr>
          <p:cNvPr id="59" name="Rounded Rectangle 58"/>
          <p:cNvSpPr/>
          <p:nvPr/>
        </p:nvSpPr>
        <p:spPr>
          <a:xfrm rot="16247101">
            <a:off x="4333776" y="5265101"/>
            <a:ext cx="329184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1/0/1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256032" y="1298448"/>
            <a:ext cx="4119234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8912" y="1481328"/>
            <a:ext cx="1684704" cy="2926080"/>
          </a:xfrm>
          <a:prstGeom prst="roundRect">
            <a:avLst>
              <a:gd name="adj" fmla="val 15000"/>
            </a:avLst>
          </a:prstGeom>
          <a:solidFill>
            <a:srgbClr val="E1FECE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/>
          <a:lstStyle/>
          <a:p>
            <a:pPr algn="ctr">
              <a:defRPr sz="1400">
                <a:solidFill>
                  <a:srgbClr val="000000"/>
                </a:solidFill>
                <a:latin typeface="Calibri"/>
              </a:defRPr>
            </a:pPr>
            <a:r>
              <a:t>Office_Building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49595" y="2761488"/>
            <a:ext cx="1016812" cy="365760"/>
          </a:xfrm>
          <a:prstGeom prst="roundRect">
            <a:avLst>
              <a:gd name="adj" fmla="val 20000"/>
            </a:avLst>
          </a:prstGeom>
          <a:solidFill>
            <a:srgbClr val="DCE6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Internet-Gateway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23616" y="2852927"/>
            <a:ext cx="525979" cy="1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123616" y="3035808"/>
            <a:ext cx="525979" cy="0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