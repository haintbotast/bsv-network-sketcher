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56572" cy="15407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7" name="Rounded Rectangle 146"/>
          <p:cNvSpPr/>
          <p:nvPr/>
        </p:nvSpPr>
        <p:spPr>
          <a:xfrm>
            <a:off x="1828800" y="914400"/>
            <a:ext cx="23392180" cy="1060703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3" name="Rounded Rectangle 72"/>
          <p:cNvSpPr/>
          <p:nvPr/>
        </p:nvSpPr>
        <p:spPr>
          <a:xfrm>
            <a:off x="21047659" y="2852928"/>
            <a:ext cx="3716121" cy="6318503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lIns="0" r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DC-TOP3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006547" y="9388144"/>
            <a:ext cx="18918021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10.0.0.24/29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2257410" y="7632496"/>
            <a:ext cx="1296619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10.0.0.176/29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1785580" y="7403896"/>
            <a:ext cx="590702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10.0.0.168/29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3614501" y="7632496"/>
            <a:ext cx="3878884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10.0.0.96/29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3142671" y="7403896"/>
            <a:ext cx="555955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10.0.0.88/29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093415" y="7403896"/>
            <a:ext cx="1475841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10.0.0.40/29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6196767" y="5648248"/>
            <a:ext cx="3655771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10.0.0.128/29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5724936" y="5419648"/>
            <a:ext cx="3655771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10.0.0.120/29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5253106" y="5191048"/>
            <a:ext cx="3655771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10.0.0.112/29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4781275" y="4962448"/>
            <a:ext cx="3655771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10.0.0.104/29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076041" y="5191048"/>
            <a:ext cx="2222906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10.0.0.48/29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513124" y="4962448"/>
            <a:ext cx="7189927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10.0.1.0/29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2257410" y="4962448"/>
            <a:ext cx="1082649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10.0.0.160/29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2729240" y="4733848"/>
            <a:ext cx="1296619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10.0.0.152/29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2257410" y="4505248"/>
            <a:ext cx="1296619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10.0.0.144/29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1785580" y="4276648"/>
            <a:ext cx="590702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10.0.0.136/29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3614501" y="4962448"/>
            <a:ext cx="1082649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10.0.0.80/29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4086331" y="4733848"/>
            <a:ext cx="3878884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10.0.0.72/29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3614501" y="4505248"/>
            <a:ext cx="3878884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10.0.0.64/29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142671" y="4276648"/>
            <a:ext cx="521207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10.0.0.8/29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24420" y="4733848"/>
            <a:ext cx="3137306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10.0.1.24/29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48348" y="4505248"/>
            <a:ext cx="3241548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10.0.1.16/29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513624" y="4276648"/>
            <a:ext cx="3713378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10.0.1.8/29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023920" y="2521000"/>
            <a:ext cx="18900648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10.0.1.32/29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404750" y="2852928"/>
            <a:ext cx="8185708" cy="6318503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lIns="0" r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DC-TOP2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86000" y="2852928"/>
            <a:ext cx="6069787" cy="8074151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lIns="0" r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DC-TOP1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0" y="9994391"/>
            <a:ext cx="1241755" cy="658368"/>
          </a:xfrm>
          <a:prstGeom prst="roundRect">
            <a:avLst>
              <a:gd name="adj" fmla="val 10"/>
            </a:avLst>
          </a:prstGeom>
          <a:solidFill>
            <a:srgbClr val="FF99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WAN-1R~1~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504859" y="8238743"/>
            <a:ext cx="1172260" cy="658368"/>
          </a:xfrm>
          <a:prstGeom prst="roundRect">
            <a:avLst>
              <a:gd name="adj" fmla="val 10"/>
            </a:avLst>
          </a:prstGeom>
          <a:solidFill>
            <a:srgbClr val="FF99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WAN-1R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861950" y="8238743"/>
            <a:ext cx="1172260" cy="658368"/>
          </a:xfrm>
          <a:prstGeom prst="roundRect">
            <a:avLst>
              <a:gd name="adj" fmla="val 1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SW-1B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0" y="8238743"/>
            <a:ext cx="914400" cy="658368"/>
          </a:xfrm>
          <a:prstGeom prst="roundRect">
            <a:avLst>
              <a:gd name="adj" fmla="val 1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SW-1B~1~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134320" y="6254495"/>
            <a:ext cx="1172260" cy="658368"/>
          </a:xfrm>
          <a:prstGeom prst="roundRect">
            <a:avLst>
              <a:gd name="adj" fmla="val 1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Sever-14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504859" y="6254495"/>
            <a:ext cx="1172260" cy="658368"/>
          </a:xfrm>
          <a:prstGeom prst="roundRect">
            <a:avLst>
              <a:gd name="adj" fmla="val 1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Sever-13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073676" y="6254495"/>
            <a:ext cx="3059582" cy="658368"/>
          </a:xfrm>
          <a:prstGeom prst="roundRect">
            <a:avLst>
              <a:gd name="adj" fmla="val 1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Sever-14~2~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61950" y="6254495"/>
            <a:ext cx="3754526" cy="658368"/>
          </a:xfrm>
          <a:prstGeom prst="roundRect">
            <a:avLst>
              <a:gd name="adj" fmla="val 1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Sever-13~2~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6254495"/>
            <a:ext cx="3783787" cy="658368"/>
          </a:xfrm>
          <a:prstGeom prst="roundRect">
            <a:avLst>
              <a:gd name="adj" fmla="val 1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Sever-14~1~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6254495"/>
            <a:ext cx="914400" cy="658368"/>
          </a:xfrm>
          <a:prstGeom prst="roundRect">
            <a:avLst>
              <a:gd name="adj" fmla="val 10"/>
            </a:avLst>
          </a:prstGeom>
          <a:solidFill>
            <a:srgbClr val="66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Sever-13~1~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504859" y="3127248"/>
            <a:ext cx="2115921" cy="658368"/>
          </a:xfrm>
          <a:prstGeom prst="roundRect">
            <a:avLst>
              <a:gd name="adj" fmla="val 1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FW-12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61950" y="3127248"/>
            <a:ext cx="2115921" cy="658368"/>
          </a:xfrm>
          <a:prstGeom prst="roundRect">
            <a:avLst>
              <a:gd name="adj" fmla="val 1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FW-12~2~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70187" y="3127248"/>
            <a:ext cx="2220163" cy="658368"/>
          </a:xfrm>
          <a:prstGeom prst="roundRect">
            <a:avLst>
              <a:gd name="adj" fmla="val 2002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WAN-Dum3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127248"/>
            <a:ext cx="923544" cy="658368"/>
          </a:xfrm>
          <a:prstGeom prst="roundRect">
            <a:avLst>
              <a:gd name="adj" fmla="val 1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FW-12~1~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1806854" cy="658368"/>
          </a:xfrm>
          <a:prstGeom prst="roundRect">
            <a:avLst>
              <a:gd name="adj" fmla="val 20020"/>
            </a:avLst>
          </a:prstGeom>
          <a:solidFill>
            <a:srgbClr val="F0F4FA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NAGAINAMAE-TEST-WAN-fix001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t>[L3] All Areas  &lt;Focus on Area&gt;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997049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094329"/>
            <a:ext cx="347472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0/13.99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8787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70617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42448" y="3752697"/>
            <a:ext cx="382219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0/21.100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53267" y="3752697"/>
            <a:ext cx="208483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po 199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090550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62380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034211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506041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733459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205289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7120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0/40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48950" y="375269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0/41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733459" y="3094329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6221577"/>
            <a:ext cx="347472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0/10.13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6221577"/>
            <a:ext cx="347472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0/5.112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8344" y="6221577"/>
            <a:ext cx="382219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0/10.222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49163" y="6221577"/>
            <a:ext cx="382219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0/11.222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6879945"/>
            <a:ext cx="312724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0/15.1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44107" y="6221577"/>
            <a:ext cx="347472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0/19.10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20179" y="6221577"/>
            <a:ext cx="347472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0/20.20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6251" y="6221577"/>
            <a:ext cx="173736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po 99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090550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090550" y="687994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562380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34211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729155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200985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672816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144646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302276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302276" y="687994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774107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45937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717768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189598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661428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733459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733459" y="687994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205289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0/41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362920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362920" y="687994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834750" y="6221577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0/40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71800" y="8205825"/>
            <a:ext cx="382219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0/15.200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090550" y="8864193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090550" y="820582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562380" y="820582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0/27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733459" y="8864193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733459" y="820582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0/38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205289" y="8205825"/>
            <a:ext cx="243230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0/39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971800" y="9961473"/>
            <a:ext cx="208483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08883" y="9961473"/>
            <a:ext cx="347472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0/4.100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093415" y="2062886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1855074" y="2636215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157508" y="3818534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583119" y="4391863"/>
            <a:ext cx="0" cy="1829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620402" y="3818534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517843" y="4620463"/>
            <a:ext cx="0" cy="1601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92232" y="3818534"/>
            <a:ext cx="0" cy="9153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093915" y="4849063"/>
            <a:ext cx="0" cy="13725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3212165" y="3818534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3212165" y="4391863"/>
            <a:ext cx="0" cy="1829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3683996" y="3818534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7423891" y="4620463"/>
            <a:ext cx="0" cy="1601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4155826" y="3818534"/>
            <a:ext cx="0" cy="9153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7895722" y="4849063"/>
            <a:ext cx="0" cy="13725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4627656" y="3818534"/>
            <a:ext cx="0" cy="11439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3683996" y="5077663"/>
            <a:ext cx="0" cy="11439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1855074" y="3818534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1855074" y="4391863"/>
            <a:ext cx="0" cy="1829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2326904" y="3818534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3484535" y="4620463"/>
            <a:ext cx="0" cy="1601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2798735" y="3818534"/>
            <a:ext cx="0" cy="9153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3956365" y="4849063"/>
            <a:ext cx="0" cy="13725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3270565" y="3818534"/>
            <a:ext cx="0" cy="11439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2326904" y="5077663"/>
            <a:ext cx="0" cy="11439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633557" y="3818534"/>
            <a:ext cx="0" cy="11439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582619" y="5077663"/>
            <a:ext cx="0" cy="4883810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145536" y="5306263"/>
            <a:ext cx="0" cy="9153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5229453" y="5306263"/>
            <a:ext cx="0" cy="9153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4850770" y="5077663"/>
            <a:ext cx="0" cy="11439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8367552" y="5077663"/>
            <a:ext cx="0" cy="11439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22600" y="5306263"/>
            <a:ext cx="0" cy="9153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8839383" y="5306263"/>
            <a:ext cx="0" cy="9153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5794431" y="5534863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9311213" y="5534863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6266261" y="5763463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9783043" y="5763463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499762" y="6945782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162909" y="7519111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212165" y="6945782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3212165" y="7519111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7423891" y="6945782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3683996" y="7747711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1855074" y="6945782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1855074" y="7519111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3484535" y="6945782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2326904" y="7747711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3212165" y="8930030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1855074" y="8930030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076041" y="9503359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3117738" y="2062886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.34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971800" y="3028492"/>
            <a:ext cx="451713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10.0.0.33/29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644725" y="3818534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.18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116555" y="3818534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.26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671779" y="3818534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1178357" y="3818534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.10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3236488" y="3818534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.9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3708319" y="3818534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.65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4180149" y="3818534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.73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4651979" y="3818534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.81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1879397" y="3818534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.137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2351227" y="3818534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.145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2823058" y="3818534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.153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3294888" y="3818534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.161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1879397" y="3028492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.33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180283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.49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343400" y="6155740"/>
            <a:ext cx="451713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10.0.0.17/29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267675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.50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649163" y="6155740"/>
            <a:ext cx="451713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10.0.0.57/29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531034" y="6945782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.42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552590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.17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128662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.25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600492" y="6155740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.9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3236488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.10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3236488" y="6945782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.90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3708319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.82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4034211" y="6155740"/>
            <a:ext cx="416966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10.0.0.1/29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4875093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.105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5346923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.113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5818754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.121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6290584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.129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7448215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.66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7448215" y="6945782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.98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7920045" y="615574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.74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8391875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.106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8863706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.114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9335536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.122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9807367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.130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1879397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.138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1879397" y="6945782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.169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22351227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.162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23508858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.146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23508858" y="6945782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.177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23980688" y="6155740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.154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201131" y="8139988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.41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3236488" y="893003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.26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3236488" y="8139988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.89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3708319" y="8139988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.97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21879397" y="8930030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.27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21879397" y="8139988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.170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2351227" y="8139988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.178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3096889" y="9895636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.25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617366" y="9895636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