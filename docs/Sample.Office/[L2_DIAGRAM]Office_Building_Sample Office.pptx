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3006304" cy="240761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2" name="Rounded Rectangle 161"/>
          <p:cNvSpPr/>
          <p:nvPr/>
        </p:nvSpPr>
        <p:spPr>
          <a:xfrm>
            <a:off x="20963807" y="11558016"/>
            <a:ext cx="1289304" cy="1975103"/>
          </a:xfrm>
          <a:prstGeom prst="roundRect">
            <a:avLst>
              <a:gd name="adj" fmla="val 20000"/>
            </a:avLst>
          </a:prstGeom>
          <a:solidFill>
            <a:srgbClr val="EDF2F9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 b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Internet-Gateway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4903530" y="19738055"/>
            <a:ext cx="1493215" cy="1426464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AP-Stack3-01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614732" y="19738055"/>
            <a:ext cx="1493215" cy="1426464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AP-Stack2-01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325934" y="19738055"/>
            <a:ext cx="1493215" cy="1426464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AP-Stack1-01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4663500" y="14846747"/>
            <a:ext cx="2766060" cy="2537460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Access-Stack3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134672" y="14846747"/>
            <a:ext cx="2766060" cy="2537460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Access-Stack2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605844" y="14846747"/>
            <a:ext cx="2766060" cy="2537460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Access-Stack1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609556" y="9285183"/>
            <a:ext cx="7894928" cy="3207715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Dist-SW1-2(StackVirtual)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71271" y="3926616"/>
            <a:ext cx="2520086" cy="3004718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WLC-9800L-2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6211" y="3926616"/>
            <a:ext cx="2520086" cy="3004718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600">
                <a:solidFill>
                  <a:srgbClr val="000000"/>
                </a:solidFill>
                <a:latin typeface="Calibri"/>
              </a:defRPr>
            </a:pPr>
            <a:r>
              <a:t>WLC-9800L-1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914400"/>
          </a:xfrm>
        </p:spPr>
        <p:txBody>
          <a:bodyPr/>
          <a:lstStyle/>
          <a:p>
            <a:r>
              <a:t>[L2] Office_Building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032" y="1298448"/>
            <a:ext cx="22860000" cy="2249423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" y="1481328"/>
            <a:ext cx="19844855" cy="2212848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/>
          <a:lstStyle/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Office_Building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7679" y="3926616"/>
            <a:ext cx="2427732" cy="3004718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WLC-9800L-1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32739" y="3926616"/>
            <a:ext cx="2427732" cy="3004718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WLC-9800L-2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2668" y="9285183"/>
            <a:ext cx="8069579" cy="3207715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Dist-SW1-2(StackVirtual)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5844" y="14846747"/>
            <a:ext cx="2453335" cy="2537459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Access-Stack1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34672" y="14846747"/>
            <a:ext cx="2453335" cy="2537459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Access-Stack2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63500" y="14846747"/>
            <a:ext cx="2453335" cy="2537459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Access-Stack3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934" y="19738055"/>
            <a:ext cx="1493215" cy="1426464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AP-Stack1-01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4732" y="19738055"/>
            <a:ext cx="1493215" cy="1426464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AP-Stack2-01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903530" y="19738055"/>
            <a:ext cx="1493215" cy="1426464"/>
          </a:xfrm>
          <a:prstGeom prst="roundRect">
            <a:avLst>
              <a:gd name="adj" fmla="val 0"/>
            </a:avLst>
          </a:prstGeom>
          <a:solidFill>
            <a:srgbClr val="FAF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AP-Stack3-01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963807" y="11558016"/>
            <a:ext cx="1289304" cy="1975104"/>
          </a:xfrm>
          <a:prstGeom prst="roundRect">
            <a:avLst>
              <a:gd name="adj" fmla="val 10000"/>
            </a:avLst>
          </a:prstGeom>
          <a:solidFill>
            <a:srgbClr val="DCE6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 bIns="0" rIns="0"/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Internet-Gateway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3217" y="5206776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6117" y="5379598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79017" y="5552419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13257" y="4517318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Vl 201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6291" y="6881957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87654" y="6881957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87654" y="6241877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69620" y="4616074"/>
            <a:ext cx="620877" cy="93634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000533" y="6340632"/>
            <a:ext cx="391363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5038937" y="5305531"/>
            <a:ext cx="352959" cy="936346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381837" y="5478353"/>
            <a:ext cx="10059" cy="7635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391896" y="5651174"/>
            <a:ext cx="332841" cy="590703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391896" y="6340632"/>
            <a:ext cx="0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1008277" y="5206776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51177" y="5379598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94077" y="5552419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328317" y="4517318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Vl 201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11351" y="6881957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302714" y="6881957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302714" y="6241877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1484680" y="4616074"/>
            <a:ext cx="620877" cy="93634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015593" y="6340632"/>
            <a:ext cx="391363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1053997" y="5305531"/>
            <a:ext cx="352959" cy="936346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1396897" y="5478353"/>
            <a:ext cx="10059" cy="7635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1406956" y="5651174"/>
            <a:ext cx="332841" cy="590703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1406956" y="6340632"/>
            <a:ext cx="0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132739" y="10595518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75639" y="10768340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818539" y="10941161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161439" y="11113983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61339" y="9235805"/>
            <a:ext cx="46908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1/0/21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13307" y="9235805"/>
            <a:ext cx="46908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2/0/21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665274" y="9235805"/>
            <a:ext cx="46908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1/0/22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317241" y="9235805"/>
            <a:ext cx="46908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2/0/22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877768" y="9875885"/>
            <a:ext cx="26060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Vl 10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3229812" y="9875885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Vl 100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633977" y="9875885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Vl 200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038142" y="9875885"/>
            <a:ext cx="312724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Vl 201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465581" y="9875885"/>
            <a:ext cx="26060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21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769515" y="9875885"/>
            <a:ext cx="26060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22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49636" y="12443520"/>
            <a:ext cx="46908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1/0/11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901603" y="12443520"/>
            <a:ext cx="46908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2/0/11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53571" y="12443520"/>
            <a:ext cx="46908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1/0/12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05538" y="12443520"/>
            <a:ext cx="46908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2/0/12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57505" y="12443520"/>
            <a:ext cx="46908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1/0/13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509472" y="12443520"/>
            <a:ext cx="469087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2/0/13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613714" y="11803440"/>
            <a:ext cx="26060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13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09779" y="11803440"/>
            <a:ext cx="26060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12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05845" y="11803440"/>
            <a:ext cx="26060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11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4223765" y="10916472"/>
            <a:ext cx="416966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2/0/1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4223765" y="10642152"/>
            <a:ext cx="416966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1/0/1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322167" y="10642152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1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0544219" y="9974640"/>
            <a:ext cx="2463851" cy="620878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0887119" y="9974640"/>
            <a:ext cx="2499056" cy="79370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1230019" y="9974640"/>
            <a:ext cx="2560320" cy="966521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572919" y="9974640"/>
            <a:ext cx="2621585" cy="1139343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13530650" y="10691530"/>
            <a:ext cx="693115" cy="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13217925" y="10691530"/>
            <a:ext cx="1005840" cy="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11275739" y="10691530"/>
            <a:ext cx="1942186" cy="299009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484180" y="11902196"/>
            <a:ext cx="651967" cy="5413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136147" y="10694273"/>
            <a:ext cx="2042312" cy="110916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136147" y="10867095"/>
            <a:ext cx="2385212" cy="93634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136147" y="11039916"/>
            <a:ext cx="2728112" cy="7635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136147" y="11212738"/>
            <a:ext cx="3071012" cy="59070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788114" y="11902196"/>
            <a:ext cx="651967" cy="5413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440081" y="10694273"/>
            <a:ext cx="738378" cy="110916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440081" y="10867095"/>
            <a:ext cx="1081278" cy="93634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440081" y="11039916"/>
            <a:ext cx="1424178" cy="7635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9440081" y="11212738"/>
            <a:ext cx="1767078" cy="59070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092049" y="11902196"/>
            <a:ext cx="651967" cy="5413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10178459" y="10694273"/>
            <a:ext cx="565557" cy="110916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 flipV="1">
            <a:off x="10521359" y="10867095"/>
            <a:ext cx="222657" cy="93634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744016" y="11039916"/>
            <a:ext cx="120243" cy="7635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744016" y="11212738"/>
            <a:ext cx="463143" cy="590702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595883" y="9334560"/>
            <a:ext cx="0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595883" y="9974640"/>
            <a:ext cx="291236" cy="79370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595883" y="9974640"/>
            <a:ext cx="634136" cy="966521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595883" y="9974640"/>
            <a:ext cx="977036" cy="1139343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899817" y="9334560"/>
            <a:ext cx="0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10887119" y="9974640"/>
            <a:ext cx="1012698" cy="79370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11230019" y="9974640"/>
            <a:ext cx="669798" cy="966521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11572919" y="9974640"/>
            <a:ext cx="326898" cy="1139343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13530650" y="10691530"/>
            <a:ext cx="693115" cy="274320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136147" y="11902196"/>
            <a:ext cx="0" cy="5413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40081" y="11902196"/>
            <a:ext cx="0" cy="5413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744016" y="11902196"/>
            <a:ext cx="0" cy="5413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10595883" y="9334560"/>
            <a:ext cx="651967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11899817" y="9334560"/>
            <a:ext cx="651968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4245924" y="16126907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VLAN10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588824" y="16299728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VLAN100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931724" y="16472550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VLAN200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274624" y="16645371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VLAN201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474524" y="14797369"/>
            <a:ext cx="416966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Te 1/1/1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074370" y="14797369"/>
            <a:ext cx="416966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Te 1/1/2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578766" y="15437449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1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245924" y="17334829"/>
            <a:ext cx="416966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1/0/1</a:t>
            </a:r>
          </a:p>
        </p:txBody>
      </p:sp>
      <p:cxnSp>
        <p:nvCxnSpPr>
          <p:cNvPr id="114" name="Connector 113"/>
          <p:cNvCxnSpPr/>
          <p:nvPr/>
        </p:nvCxnSpPr>
        <p:spPr>
          <a:xfrm flipH="1" flipV="1">
            <a:off x="4291644" y="16225662"/>
            <a:ext cx="162763" cy="110916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683007" y="14896124"/>
            <a:ext cx="0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4657404" y="15536204"/>
            <a:ext cx="25603" cy="590703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683007" y="15536204"/>
            <a:ext cx="317297" cy="7635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683007" y="15536204"/>
            <a:ext cx="660197" cy="936346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4683007" y="15536204"/>
            <a:ext cx="1003097" cy="110916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4683007" y="14896124"/>
            <a:ext cx="599847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121"/>
          <p:cNvSpPr/>
          <p:nvPr/>
        </p:nvSpPr>
        <p:spPr>
          <a:xfrm>
            <a:off x="9774752" y="16126907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VLAN10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117652" y="16299728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VLAN100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460552" y="16472550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VLAN200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803452" y="16645371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VLAN201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003352" y="14797369"/>
            <a:ext cx="416966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Te 1/1/1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0603198" y="14797369"/>
            <a:ext cx="416966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Te 1/1/2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0107593" y="15437449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774752" y="17334829"/>
            <a:ext cx="416966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1/0/1</a:t>
            </a:r>
          </a:p>
        </p:txBody>
      </p:sp>
      <p:cxnSp>
        <p:nvCxnSpPr>
          <p:cNvPr id="130" name="Connector 129"/>
          <p:cNvCxnSpPr/>
          <p:nvPr/>
        </p:nvCxnSpPr>
        <p:spPr>
          <a:xfrm flipH="1" flipV="1">
            <a:off x="9820472" y="16225662"/>
            <a:ext cx="162763" cy="110916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0211835" y="14896124"/>
            <a:ext cx="0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10186232" y="15536204"/>
            <a:ext cx="25603" cy="590703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211835" y="15536204"/>
            <a:ext cx="317297" cy="7635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211835" y="15536204"/>
            <a:ext cx="660197" cy="936346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211835" y="15536204"/>
            <a:ext cx="1003097" cy="110916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0211835" y="14896124"/>
            <a:ext cx="599846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137"/>
          <p:cNvSpPr/>
          <p:nvPr/>
        </p:nvSpPr>
        <p:spPr>
          <a:xfrm>
            <a:off x="15303580" y="16126907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VLAN10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5646480" y="16299728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VLAN100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5989380" y="16472550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VLAN200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6332280" y="16645371"/>
            <a:ext cx="457200" cy="98755"/>
          </a:xfrm>
          <a:prstGeom prst="roundRect">
            <a:avLst>
              <a:gd name="adj" fmla="val 15005"/>
            </a:avLst>
          </a:prstGeom>
          <a:solidFill>
            <a:srgbClr val="F7F5F9"/>
          </a:solidFill>
          <a:ln w="63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7030A0"/>
                </a:solidFill>
                <a:latin typeface="Calibri"/>
              </a:defRPr>
            </a:pPr>
            <a:r>
              <a:t>VLAN201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5532180" y="14797369"/>
            <a:ext cx="416966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Te 1/1/1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6132026" y="14797369"/>
            <a:ext cx="416966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Te 1/1/2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5636421" y="15437449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Po 1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5303580" y="17334829"/>
            <a:ext cx="416966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70C0"/>
                </a:solidFill>
                <a:latin typeface="Calibri"/>
              </a:defRPr>
            </a:pPr>
            <a:r>
              <a:t>GE 1/0/1</a:t>
            </a:r>
          </a:p>
        </p:txBody>
      </p:sp>
      <p:cxnSp>
        <p:nvCxnSpPr>
          <p:cNvPr id="146" name="Connector 145"/>
          <p:cNvCxnSpPr/>
          <p:nvPr/>
        </p:nvCxnSpPr>
        <p:spPr>
          <a:xfrm flipH="1" flipV="1">
            <a:off x="15349300" y="16225662"/>
            <a:ext cx="162763" cy="110916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5740663" y="14896124"/>
            <a:ext cx="0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15715060" y="15536204"/>
            <a:ext cx="25603" cy="590703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5740663" y="15536204"/>
            <a:ext cx="317297" cy="763524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5740663" y="15536204"/>
            <a:ext cx="660197" cy="936346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5740663" y="15536204"/>
            <a:ext cx="1003097" cy="1109167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>
            <a:off x="15740663" y="14896124"/>
            <a:ext cx="599846" cy="541325"/>
          </a:xfrm>
          <a:prstGeom prst="line">
            <a:avLst/>
          </a:prstGeom>
          <a:ln w="9525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4970586" y="19688677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0259384" y="19688677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5548182" y="19688677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GE 0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0859566" y="12216384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po 0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20859566" y="12498019"/>
            <a:ext cx="208483" cy="98755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C00000"/>
                </a:solidFill>
                <a:latin typeface="Calibri"/>
              </a:defRPr>
            </a:pPr>
            <a:r>
              <a:t>po 1</a:t>
            </a:r>
          </a:p>
        </p:txBody>
      </p:sp>
      <p:cxnSp>
        <p:nvCxnSpPr>
          <p:cNvPr id="163" name="Connector 162"/>
          <p:cNvCxnSpPr/>
          <p:nvPr/>
        </p:nvCxnSpPr>
        <p:spPr>
          <a:xfrm flipH="1" flipV="1">
            <a:off x="5000533" y="6980712"/>
            <a:ext cx="5595350" cy="225509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H="1" flipV="1">
            <a:off x="5391896" y="6980712"/>
            <a:ext cx="5855954" cy="225509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 flipV="1">
            <a:off x="11015593" y="6980712"/>
            <a:ext cx="884224" cy="225509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 flipV="1">
            <a:off x="11406956" y="6980712"/>
            <a:ext cx="1144829" cy="225509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4536490" y="10691530"/>
            <a:ext cx="6323076" cy="1574231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4536490" y="10965850"/>
            <a:ext cx="6323076" cy="1581546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683007" y="12542276"/>
            <a:ext cx="2801173" cy="225509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282854" y="12542276"/>
            <a:ext cx="2853293" cy="225509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 flipV="1">
            <a:off x="8788114" y="12542276"/>
            <a:ext cx="1423721" cy="225509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 flipV="1">
            <a:off x="9440081" y="12542276"/>
            <a:ext cx="1371600" cy="225509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 flipV="1">
            <a:off x="10092049" y="12542276"/>
            <a:ext cx="5648614" cy="225509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 flipV="1">
            <a:off x="10744016" y="12542276"/>
            <a:ext cx="5596493" cy="225509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 flipV="1">
            <a:off x="4454407" y="17433584"/>
            <a:ext cx="620421" cy="225509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 flipV="1">
            <a:off x="9983235" y="17433584"/>
            <a:ext cx="380390" cy="225509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 flipV="1">
            <a:off x="15512063" y="17433584"/>
            <a:ext cx="140360" cy="2255093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