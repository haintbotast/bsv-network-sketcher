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080223" cy="320314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3" name="Rounded Rectangle 192"/>
          <p:cNvSpPr/>
          <p:nvPr/>
        </p:nvSpPr>
        <p:spPr>
          <a:xfrm>
            <a:off x="8761552" y="28248997"/>
            <a:ext cx="2922879" cy="1516075"/>
          </a:xfrm>
          <a:prstGeom prst="roundRect">
            <a:avLst>
              <a:gd name="adj" fmla="val 20000"/>
            </a:avLst>
          </a:prstGeom>
          <a:solidFill>
            <a:srgbClr val="EDF2F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WAN-1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6595527" y="11641207"/>
            <a:ext cx="2755087" cy="4647895"/>
          </a:xfrm>
          <a:prstGeom prst="roundRect">
            <a:avLst>
              <a:gd name="adj" fmla="val 20000"/>
            </a:avLst>
          </a:prstGeom>
          <a:solidFill>
            <a:srgbClr val="EDF2F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WAN-Dum3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633929" y="21845351"/>
            <a:ext cx="2549347" cy="2066543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WAN-1R~1~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294991" y="17207887"/>
            <a:ext cx="3519982" cy="2191816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SW-1B~1~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861892" y="9519985"/>
            <a:ext cx="6237579" cy="5242255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Sever-14~1~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73278" y="9519985"/>
            <a:ext cx="3644568" cy="3116275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Sever-13~1~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4708" y="4018414"/>
            <a:ext cx="5427878" cy="305592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FW-12~1~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914400"/>
          </a:xfrm>
        </p:spPr>
        <p:txBody>
          <a:bodyPr/>
          <a:lstStyle/>
          <a:p>
            <a:r>
              <a:t>[L2] DC-TOP1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19933919" cy="30449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1481328"/>
            <a:ext cx="15500159" cy="2496765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87830" y="4018414"/>
            <a:ext cx="5387644" cy="3055924"/>
          </a:xfrm>
          <a:prstGeom prst="roundRect">
            <a:avLst>
              <a:gd name="adj" fmla="val 0"/>
            </a:avLst>
          </a:prstGeom>
          <a:solidFill>
            <a:srgbClr val="A1DA6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FW-12~1~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3278" y="9519985"/>
            <a:ext cx="3545127" cy="3116275"/>
          </a:xfrm>
          <a:prstGeom prst="roundRect">
            <a:avLst>
              <a:gd name="adj" fmla="val 0"/>
            </a:avLst>
          </a:prstGeom>
          <a:solidFill>
            <a:srgbClr val="75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Sever-13~1~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1892" y="9519985"/>
            <a:ext cx="6140195" cy="5242255"/>
          </a:xfrm>
          <a:prstGeom prst="roundRect">
            <a:avLst>
              <a:gd name="adj" fmla="val 0"/>
            </a:avLst>
          </a:prstGeom>
          <a:solidFill>
            <a:srgbClr val="75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Sever-14~1~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80" y="17207887"/>
            <a:ext cx="3496894" cy="2191816"/>
          </a:xfrm>
          <a:prstGeom prst="roundRect">
            <a:avLst>
              <a:gd name="adj" fmla="val 0"/>
            </a:avLst>
          </a:prstGeom>
          <a:solidFill>
            <a:srgbClr val="FFFF1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SW-1B~1~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3929" y="21845351"/>
            <a:ext cx="2549347" cy="2066543"/>
          </a:xfrm>
          <a:prstGeom prst="roundRect">
            <a:avLst>
              <a:gd name="adj" fmla="val 0"/>
            </a:avLst>
          </a:prstGeom>
          <a:solidFill>
            <a:srgbClr val="FFA3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WAN-1R~1~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95527" y="11641207"/>
            <a:ext cx="2755087" cy="4647895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WAN-Dum3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1552" y="28248997"/>
            <a:ext cx="2922879" cy="1516075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WAN-1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1777" y="4658494"/>
            <a:ext cx="573328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DefaultVlan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0806" y="4831316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3706" y="5004137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6606" y="5176959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vlan1400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9506" y="5349780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vlan1401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2406" y="5522602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5306" y="5695424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vlan1501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7436" y="7024961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3040" y="7024961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8645" y="7024961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4250" y="7024961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9855" y="7024961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7580" y="7024961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4788" y="6384881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0/13.99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5161" y="6384881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6371" y="6384881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263798" y="6483636"/>
            <a:ext cx="495605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759403" y="4757249"/>
            <a:ext cx="309707" cy="162763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255008" y="6483636"/>
            <a:ext cx="495604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516526" y="4930071"/>
            <a:ext cx="234086" cy="145481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750612" y="6483636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759403" y="6483636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72278" y="6342819"/>
            <a:ext cx="0" cy="68214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6859426" y="5102892"/>
            <a:ext cx="412852" cy="123992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202326" y="5275714"/>
            <a:ext cx="69952" cy="106710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272278" y="5448536"/>
            <a:ext cx="272948" cy="89428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272278" y="5621357"/>
            <a:ext cx="615848" cy="72146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272278" y="5794179"/>
            <a:ext cx="958748" cy="54864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755392" y="6483636"/>
            <a:ext cx="3064611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113358" y="11551782"/>
            <a:ext cx="573328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DefaultVlan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72387" y="11724604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15287" y="11897425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vlan300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0022" y="947060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95627" y="947060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2143" y="10110688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13358" y="12586883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35984" y="1169991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35984" y="1142559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62044" y="1115127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62044" y="1087695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08325" y="10876955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1963" y="12094936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0/10.13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97683" y="12193691"/>
            <a:ext cx="729691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TESTVLAN-NAME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97683" y="12292446"/>
            <a:ext cx="469087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Vlan2022 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556385" y="9569363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556385" y="10209443"/>
            <a:ext cx="72969" cy="1342339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3170691" y="11650537"/>
            <a:ext cx="99029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556385" y="9569363"/>
            <a:ext cx="495604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116808" y="10926333"/>
            <a:ext cx="745236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4856204" y="10926333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3686687" y="10926333"/>
            <a:ext cx="1169517" cy="67482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5116808" y="10926333"/>
            <a:ext cx="745236" cy="27432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273171" y="11474973"/>
            <a:ext cx="562813" cy="66934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830144" y="11749293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029587" y="11749293"/>
            <a:ext cx="800557" cy="24688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4372487" y="11749293"/>
            <a:ext cx="457657" cy="19751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0068339" y="11856277"/>
            <a:ext cx="573328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DefaultVlan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527368" y="12029099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870268" y="12201921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vlan800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213168" y="12374742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vlan801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556068" y="12547564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vlan802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898968" y="12720385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vlan803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55004" y="947060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50608" y="947060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346213" y="947060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893939" y="947060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381064" y="10110688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22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2350224" y="10110688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0/5.112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395944" y="10209443"/>
            <a:ext cx="416966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vlan1300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2395944" y="10308198"/>
            <a:ext cx="416966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vlan1400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2395944" y="10406953"/>
            <a:ext cx="416966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vlan1401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68339" y="14712863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616065" y="14712863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0/16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07812" y="14072783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0/15.1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819665" y="1252287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3819665" y="1224855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0/20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819665" y="1197423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819665" y="1169991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0/18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819665" y="1142559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0/17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3819665" y="11151275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0/14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845726" y="1087695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0/7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2865946" y="12917896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po 99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2735644" y="13199531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0/19.10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2781364" y="13298286"/>
            <a:ext cx="469087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vlan1300 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2781364" y="13397041"/>
            <a:ext cx="0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</a:p>
        </p:txBody>
      </p:sp>
      <p:sp>
        <p:nvSpPr>
          <p:cNvPr id="99" name="Rounded Rectangle 98"/>
          <p:cNvSpPr/>
          <p:nvPr/>
        </p:nvSpPr>
        <p:spPr>
          <a:xfrm>
            <a:off x="12735644" y="13481166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0/20.20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705530" y="1205378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0/8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05530" y="12335423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679469" y="1261705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679469" y="12898693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63490" y="12053788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9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81068" y="11293007"/>
            <a:ext cx="573328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0/10.222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626788" y="11391762"/>
            <a:ext cx="729691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TESTVLAN-NAME 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626788" y="11490517"/>
            <a:ext cx="0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</a:p>
        </p:txBody>
      </p:sp>
      <p:sp>
        <p:nvSpPr>
          <p:cNvPr id="108" name="Rounded Rectangle 107"/>
          <p:cNvSpPr/>
          <p:nvPr/>
        </p:nvSpPr>
        <p:spPr>
          <a:xfrm>
            <a:off x="8581068" y="11574642"/>
            <a:ext cx="573328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0/11.222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0511366" y="9569363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511366" y="10209443"/>
            <a:ext cx="427482" cy="181965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10511366" y="9569363"/>
            <a:ext cx="495605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3126550" y="10926333"/>
            <a:ext cx="719176" cy="204094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018254" y="12103165"/>
            <a:ext cx="745236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018254" y="12103165"/>
            <a:ext cx="1123798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42052" y="11905655"/>
            <a:ext cx="926287" cy="19751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018254" y="12103165"/>
            <a:ext cx="745236" cy="28163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044315" y="11342385"/>
            <a:ext cx="536753" cy="132405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044315" y="11624020"/>
            <a:ext cx="536753" cy="132405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1528636" y="9569363"/>
            <a:ext cx="1082192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2076362" y="9569363"/>
            <a:ext cx="0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11281748" y="10160065"/>
            <a:ext cx="794614" cy="204185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11624648" y="10160065"/>
            <a:ext cx="451714" cy="221467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11967548" y="10160065"/>
            <a:ext cx="108814" cy="2387499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2076362" y="10160065"/>
            <a:ext cx="234086" cy="256032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3126550" y="11200653"/>
            <a:ext cx="693115" cy="176662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 flipV="1">
            <a:off x="9742356" y="14171538"/>
            <a:ext cx="508406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798488" y="14030721"/>
            <a:ext cx="0" cy="68214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10125672" y="11955033"/>
            <a:ext cx="672816" cy="2075688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10573088" y="12127854"/>
            <a:ext cx="225400" cy="19028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12813825" y="11474973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11327468" y="11474973"/>
            <a:ext cx="1486357" cy="776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2813825" y="11749293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11670368" y="11749293"/>
            <a:ext cx="1143457" cy="67482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13256852" y="12023613"/>
            <a:ext cx="562813" cy="122529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3256852" y="12297933"/>
            <a:ext cx="562813" cy="123261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2813825" y="12572253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10641668" y="11905655"/>
            <a:ext cx="2172157" cy="666598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10984568" y="12078477"/>
            <a:ext cx="1829257" cy="49377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4971647" y="18488047"/>
            <a:ext cx="573328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DefaultVlan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430676" y="18660869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258312" y="17158510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0/3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753916" y="17158510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0/15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301642" y="17158510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0/16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757928" y="17798590"/>
            <a:ext cx="573328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0/15.200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803648" y="17897345"/>
            <a:ext cx="416966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Vlan2055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935071" y="19350326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0/4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414674" y="17257265"/>
            <a:ext cx="0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414674" y="17847967"/>
            <a:ext cx="72969" cy="64008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414674" y="17847967"/>
            <a:ext cx="427482" cy="8129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 flipV="1">
            <a:off x="5028980" y="18586802"/>
            <a:ext cx="62454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091434" y="18759624"/>
            <a:ext cx="384962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936339" y="17257265"/>
            <a:ext cx="1108253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484065" y="17257265"/>
            <a:ext cx="0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5487643" y="17847967"/>
            <a:ext cx="996422" cy="64008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5842156" y="17847967"/>
            <a:ext cx="641909" cy="8129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5774186" y="21795973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0/4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178350" y="22436053"/>
            <a:ext cx="52120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0/4.100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224070" y="22534808"/>
            <a:ext cx="364845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274009" y="23862517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0/0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5930548" y="21894728"/>
            <a:ext cx="508406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18241447" y="13492867"/>
            <a:ext cx="469087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L2SEGMENT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9168192" y="13295356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0/30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6439165" y="13690377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0/7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6413105" y="13972012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0/14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6413105" y="1425364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0/17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6413105" y="14535283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0/18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6413105" y="1481691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0/19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6413105" y="15098553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0/20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6413105" y="15380188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0/21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7445005" y="12084691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po 199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7314703" y="12366326"/>
            <a:ext cx="573328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0/21.100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7360423" y="12465081"/>
            <a:ext cx="416966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  <a:r>
              <a:t>Vlan200 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7360423" y="12563836"/>
            <a:ext cx="0" cy="98755"/>
          </a:xfrm>
          <a:prstGeom prst="roundRect">
            <a:avLst>
              <a:gd name="adj" fmla="val 57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A365D1"/>
                </a:solidFill>
                <a:latin typeface="Calibri"/>
              </a:defRPr>
            </a:pPr>
          </a:p>
        </p:txBody>
      </p:sp>
      <p:cxnSp>
        <p:nvCxnSpPr>
          <p:cNvPr id="177" name="Connector 176"/>
          <p:cNvCxnSpPr/>
          <p:nvPr/>
        </p:nvCxnSpPr>
        <p:spPr>
          <a:xfrm flipV="1">
            <a:off x="16751890" y="12134068"/>
            <a:ext cx="693115" cy="160568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6777950" y="12134068"/>
            <a:ext cx="667055" cy="188732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6777950" y="14303025"/>
            <a:ext cx="1097737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7875687" y="13542244"/>
            <a:ext cx="365760" cy="76078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6777950" y="14584660"/>
            <a:ext cx="1097737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7875687" y="13542244"/>
            <a:ext cx="365760" cy="104241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6777950" y="12415704"/>
            <a:ext cx="536753" cy="301386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18710535" y="13344734"/>
            <a:ext cx="457657" cy="19751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9401632" y="28889077"/>
            <a:ext cx="469087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L2SEGMENT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636175" y="28199619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0/0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0131780" y="28199619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0/23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679506" y="28199619"/>
            <a:ext cx="364845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0/35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9792538" y="28298374"/>
            <a:ext cx="31272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9823810" y="28298374"/>
            <a:ext cx="490393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9823810" y="28298374"/>
            <a:ext cx="1038118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556385" y="7123716"/>
            <a:ext cx="1707413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4051989" y="7123716"/>
            <a:ext cx="1707414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174769" y="10926333"/>
            <a:ext cx="1530761" cy="117683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174769" y="11200653"/>
            <a:ext cx="1530761" cy="1184148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200829" y="11474973"/>
            <a:ext cx="1478640" cy="119146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200829" y="11749293"/>
            <a:ext cx="1478640" cy="1198778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 flipV="1">
            <a:off x="6255008" y="7123716"/>
            <a:ext cx="4256358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 flipV="1">
            <a:off x="6750612" y="7123716"/>
            <a:ext cx="4256359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H="1" flipV="1">
            <a:off x="7272278" y="7123716"/>
            <a:ext cx="4256358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 flipV="1">
            <a:off x="7820003" y="7123716"/>
            <a:ext cx="4256359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269720" y="12685638"/>
            <a:ext cx="2144954" cy="447287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5936339" y="14811618"/>
            <a:ext cx="4314423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>
            <a:off x="6484065" y="14811618"/>
            <a:ext cx="4314423" cy="234689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5091434" y="19449082"/>
            <a:ext cx="839114" cy="234689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4158450" y="10926333"/>
            <a:ext cx="2280715" cy="281342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4184511" y="11200653"/>
            <a:ext cx="2228594" cy="282073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4184511" y="11474973"/>
            <a:ext cx="2228594" cy="2828052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4184511" y="11749293"/>
            <a:ext cx="2228594" cy="283536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4184511" y="12023613"/>
            <a:ext cx="2228594" cy="284268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4184511" y="12297933"/>
            <a:ext cx="2228594" cy="2849998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4184511" y="12572253"/>
            <a:ext cx="2228594" cy="285731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5430371" y="23961272"/>
            <a:ext cx="4362167" cy="4238347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